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0A0A"/>
              </a:gs>
              <a:gs pos="5000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81091226825-a6a2a5aee158?w=1280&amp;h=720&amp;fit=cro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80000"/>
                </a:srgbClr>
              </a:gs>
              <a:gs pos="5000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219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I.U.T. NICE - CÔTE D'AZUR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218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Département G.E.I.I.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200188" y="5080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Année 2025-2026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7500" y="299085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SOUTENANCE DE STAGE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2750" y="395605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Banc de Calibration Automatisé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4500" y="451485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 Dynamométriques Mt Alpha V1+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60319" y="5276850"/>
            <a:ext cx="353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Moussa Hamza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73019" y="5632450"/>
            <a:ext cx="350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Génie Électrique et Informatique Industrielle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8000" y="8382000"/>
            <a:ext cx="179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chez ONE-TOO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836055" y="7874000"/>
            <a:ext cx="2298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0F0F"/>
              </a:gs>
              <a:gs pos="50000">
                <a:srgbClr val="1F1F2F"/>
              </a:gs>
              <a:gs pos="100000">
                <a:srgbClr val="1A1A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18770660439-4636190af475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0000"/>
                </a:srgbClr>
              </a:gs>
              <a:gs pos="100000">
                <a:srgbClr val="000000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de la Présentation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1778000"/>
            <a:ext cx="977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7950" y="1778000"/>
            <a:ext cx="297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Contexte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7950" y="2133600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Présentation ONE-TOO et projet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32800" y="1778000"/>
            <a:ext cx="107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13081" y="17780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Problématique &amp; Objectifs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413081" y="21336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Banc Actuel vs Futur Banc automatisé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8000" y="3568700"/>
            <a:ext cx="1092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93838" y="3568700"/>
            <a:ext cx="306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du Système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3838" y="39243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Matériel, logicielle et communication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32800" y="3568700"/>
            <a:ext cx="1092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418042" y="3568700"/>
            <a:ext cx="294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Fonctionnelle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418042" y="39243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Sous-systèmes clés et logigrammes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8000" y="5359400"/>
            <a:ext cx="107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85305" y="53594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 &amp; Cycle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85305" y="57150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 et fonctionnement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32800" y="5359400"/>
            <a:ext cx="1092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423400" y="5359400"/>
            <a:ext cx="285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&amp; ROI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423400" y="57150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Enveloppe budgétaire et rentabilité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8000" y="7150100"/>
            <a:ext cx="1041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446213" y="7150100"/>
            <a:ext cx="246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Bilan &amp; Conclusion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46213" y="7505700"/>
            <a:ext cx="242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et perspectives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0A0A"/>
              </a:gs>
              <a:gs pos="5000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65514020176-db9e4c5d5a2c?w=1280&amp;h=720&amp;fit=crop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85000"/>
                </a:srgbClr>
              </a:gs>
              <a:gs pos="100000">
                <a:srgbClr val="0000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ONE-TOO : Contexte Industriel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581150"/>
            <a:ext cx="4864100" cy="7048500"/>
          </a:xfrm>
          <a:prstGeom prst="roundRect">
            <a:avLst>
              <a:gd name="adj" fmla="val 313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1850" y="1854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774700" y="2501900"/>
            <a:ext cx="445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L'Entreprise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4700" y="2959100"/>
            <a:ext cx="4432300" cy="496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Société industrielle implantée à Carros, créée en 1971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~15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collaborateurs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Spécialisée en automatisme, mécanique et métrologie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4700" y="8077200"/>
            <a:ext cx="825500" cy="292100"/>
          </a:xfrm>
          <a:prstGeom prst="roundRect">
            <a:avLst>
              <a:gd name="adj" fmla="val 17391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4700" y="8077200"/>
            <a:ext cx="901700" cy="2921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9001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701006" y="8077200"/>
            <a:ext cx="838200" cy="292100"/>
          </a:xfrm>
          <a:prstGeom prst="roundRect">
            <a:avLst>
              <a:gd name="adj" fmla="val 17391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701006" y="8077200"/>
            <a:ext cx="914400" cy="2921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95950" y="1581150"/>
            <a:ext cx="4864100" cy="7048500"/>
          </a:xfrm>
          <a:prstGeom prst="roundRect">
            <a:avLst>
              <a:gd name="adj" fmla="val 313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4875" y="1854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54878" y="88047"/>
                </a:moveTo>
                <a:cubicBezTo>
                  <a:pt x="461665" y="81260"/>
                  <a:pt x="473006" y="82957"/>
                  <a:pt x="476399" y="91886"/>
                </a:cubicBezTo>
                <a:cubicBezTo>
                  <a:pt x="482471" y="107692"/>
                  <a:pt x="485775" y="124926"/>
                  <a:pt x="485775" y="142875"/>
                </a:cubicBezTo>
                <a:cubicBezTo>
                  <a:pt x="485775" y="221813"/>
                  <a:pt x="421838" y="285750"/>
                  <a:pt x="342900" y="285750"/>
                </a:cubicBezTo>
                <a:cubicBezTo>
                  <a:pt x="327273" y="285750"/>
                  <a:pt x="312182" y="283250"/>
                  <a:pt x="298073" y="278606"/>
                </a:cubicBezTo>
                <a:lnTo>
                  <a:pt x="131177" y="445502"/>
                </a:lnTo>
                <a:cubicBezTo>
                  <a:pt x="106085" y="470595"/>
                  <a:pt x="65365" y="470595"/>
                  <a:pt x="40273" y="445502"/>
                </a:cubicBezTo>
                <a:cubicBezTo>
                  <a:pt x="15180" y="420410"/>
                  <a:pt x="15180" y="379690"/>
                  <a:pt x="40273" y="354598"/>
                </a:cubicBezTo>
                <a:lnTo>
                  <a:pt x="207169" y="187702"/>
                </a:lnTo>
                <a:cubicBezTo>
                  <a:pt x="202525" y="173593"/>
                  <a:pt x="200025" y="158591"/>
                  <a:pt x="200025" y="142875"/>
                </a:cubicBezTo>
                <a:cubicBezTo>
                  <a:pt x="200025" y="63937"/>
                  <a:pt x="263962" y="0"/>
                  <a:pt x="342900" y="0"/>
                </a:cubicBezTo>
                <a:cubicBezTo>
                  <a:pt x="360849" y="0"/>
                  <a:pt x="378083" y="3304"/>
                  <a:pt x="393889" y="9376"/>
                </a:cubicBezTo>
                <a:cubicBezTo>
                  <a:pt x="402818" y="12769"/>
                  <a:pt x="404426" y="24110"/>
                  <a:pt x="397728" y="30897"/>
                </a:cubicBezTo>
                <a:lnTo>
                  <a:pt x="318522" y="110103"/>
                </a:lnTo>
                <a:cubicBezTo>
                  <a:pt x="315843" y="112782"/>
                  <a:pt x="314325" y="116443"/>
                  <a:pt x="314325" y="120194"/>
                </a:cubicBezTo>
                <a:lnTo>
                  <a:pt x="314325" y="157163"/>
                </a:lnTo>
                <a:cubicBezTo>
                  <a:pt x="314325" y="165021"/>
                  <a:pt x="320754" y="171450"/>
                  <a:pt x="328613" y="171450"/>
                </a:cubicBezTo>
                <a:lnTo>
                  <a:pt x="365581" y="171450"/>
                </a:lnTo>
                <a:cubicBezTo>
                  <a:pt x="369332" y="171450"/>
                  <a:pt x="372993" y="169932"/>
                  <a:pt x="375672" y="167253"/>
                </a:cubicBezTo>
                <a:lnTo>
                  <a:pt x="454878" y="88047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5956300" y="2501900"/>
            <a:ext cx="445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Projet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56300" y="2959100"/>
            <a:ext cx="44323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Conception d'un banc de calibration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automatisé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pour clés dynamométriques Mt Alpha V1+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Conforme à la norme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6789-1:2017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56300" y="8064500"/>
            <a:ext cx="1229767" cy="330200"/>
          </a:xfrm>
          <a:prstGeom prst="roundRect">
            <a:avLst>
              <a:gd name="adj" fmla="val 15385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956300" y="8064500"/>
            <a:ext cx="1305967" cy="3302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EC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877550" y="1581150"/>
            <a:ext cx="4864100" cy="7048500"/>
          </a:xfrm>
          <a:prstGeom prst="roundRect">
            <a:avLst>
              <a:gd name="adj" fmla="val 313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137900" y="1854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11137900" y="2501900"/>
            <a:ext cx="445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Clients &amp; Secteurs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137900" y="2959100"/>
            <a:ext cx="4432300" cy="506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Secteurs industriels exigeants :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Automobile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Aéronautique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Assemblage critique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1176000" y="8191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26" name="Text 23"/>
          <p:cNvSpPr/>
          <p:nvPr/>
        </p:nvSpPr>
        <p:spPr>
          <a:xfrm>
            <a:off x="11379200" y="8178800"/>
            <a:ext cx="417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Carros (06)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0F0F"/>
              </a:gs>
              <a:gs pos="50000">
                <a:srgbClr val="1F1F2F"/>
              </a:gs>
              <a:gs pos="100000">
                <a:srgbClr val="1A1A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37462715879-360eeb61a0ad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0000"/>
                </a:srgbClr>
              </a:gs>
              <a:gs pos="100000">
                <a:srgbClr val="000000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Clé Mt Alpha V1+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581150"/>
            <a:ext cx="10756900" cy="1028700"/>
          </a:xfrm>
          <a:prstGeom prst="roundRect">
            <a:avLst>
              <a:gd name="adj" fmla="val 1481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17907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01700" y="1968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1536700" y="18161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Bluetooth / WiFi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36700" y="212090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sans fil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4350" y="2825750"/>
            <a:ext cx="10756900" cy="1028700"/>
          </a:xfrm>
          <a:prstGeom prst="roundRect">
            <a:avLst>
              <a:gd name="adj" fmla="val 1481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3900" y="30353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33450" y="32131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5" name="Text 12"/>
          <p:cNvSpPr/>
          <p:nvPr/>
        </p:nvSpPr>
        <p:spPr>
          <a:xfrm>
            <a:off x="1536700" y="3060700"/>
            <a:ext cx="252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Affichage LED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36700" y="3365500"/>
            <a:ext cx="251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Verte / Rouge selon conformité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4350" y="4070350"/>
            <a:ext cx="10756900" cy="1028700"/>
          </a:xfrm>
          <a:prstGeom prst="roundRect">
            <a:avLst>
              <a:gd name="adj" fmla="val 1481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3900" y="42799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69950" y="44577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61937" y="63500"/>
                </a:moveTo>
                <a:cubicBezTo>
                  <a:pt x="266303" y="63500"/>
                  <a:pt x="269875" y="67072"/>
                  <a:pt x="269875" y="71438"/>
                </a:cubicBezTo>
                <a:lnTo>
                  <a:pt x="269875" y="182563"/>
                </a:lnTo>
                <a:cubicBezTo>
                  <a:pt x="269875" y="186928"/>
                  <a:pt x="266303" y="190500"/>
                  <a:pt x="261937" y="190500"/>
                </a:cubicBezTo>
                <a:lnTo>
                  <a:pt x="55563" y="190500"/>
                </a:lnTo>
                <a:cubicBezTo>
                  <a:pt x="51197" y="190500"/>
                  <a:pt x="47625" y="186928"/>
                  <a:pt x="47625" y="182563"/>
                </a:cubicBezTo>
                <a:lnTo>
                  <a:pt x="47625" y="71438"/>
                </a:lnTo>
                <a:cubicBezTo>
                  <a:pt x="47625" y="67072"/>
                  <a:pt x="51197" y="63500"/>
                  <a:pt x="55563" y="63500"/>
                </a:cubicBezTo>
                <a:lnTo>
                  <a:pt x="261937" y="63500"/>
                </a:lnTo>
                <a:close/>
                <a:moveTo>
                  <a:pt x="55563" y="31750"/>
                </a:moveTo>
                <a:cubicBezTo>
                  <a:pt x="33635" y="31750"/>
                  <a:pt x="15875" y="49510"/>
                  <a:pt x="15875" y="71438"/>
                </a:cubicBezTo>
                <a:lnTo>
                  <a:pt x="15875" y="182563"/>
                </a:lnTo>
                <a:cubicBezTo>
                  <a:pt x="15875" y="204490"/>
                  <a:pt x="33635" y="222250"/>
                  <a:pt x="55563" y="222250"/>
                </a:cubicBezTo>
                <a:lnTo>
                  <a:pt x="261937" y="222250"/>
                </a:lnTo>
                <a:cubicBezTo>
                  <a:pt x="283865" y="222250"/>
                  <a:pt x="301625" y="204490"/>
                  <a:pt x="301625" y="182563"/>
                </a:cubicBezTo>
                <a:lnTo>
                  <a:pt x="301625" y="158750"/>
                </a:lnTo>
                <a:cubicBezTo>
                  <a:pt x="310406" y="158750"/>
                  <a:pt x="317500" y="151656"/>
                  <a:pt x="317500" y="142875"/>
                </a:cubicBezTo>
                <a:lnTo>
                  <a:pt x="317500" y="111125"/>
                </a:lnTo>
                <a:cubicBezTo>
                  <a:pt x="317500" y="102344"/>
                  <a:pt x="310406" y="95250"/>
                  <a:pt x="301625" y="95250"/>
                </a:cubicBezTo>
                <a:lnTo>
                  <a:pt x="301625" y="71438"/>
                </a:lnTo>
                <a:cubicBezTo>
                  <a:pt x="301625" y="49510"/>
                  <a:pt x="283865" y="31750"/>
                  <a:pt x="261937" y="31750"/>
                </a:cubicBezTo>
                <a:lnTo>
                  <a:pt x="55563" y="31750"/>
                </a:lnTo>
                <a:close/>
                <a:moveTo>
                  <a:pt x="83344" y="87313"/>
                </a:moveTo>
                <a:cubicBezTo>
                  <a:pt x="76746" y="87313"/>
                  <a:pt x="71438" y="92621"/>
                  <a:pt x="71438" y="99219"/>
                </a:cubicBezTo>
                <a:lnTo>
                  <a:pt x="71438" y="154781"/>
                </a:lnTo>
                <a:cubicBezTo>
                  <a:pt x="71438" y="161379"/>
                  <a:pt x="76746" y="166688"/>
                  <a:pt x="83344" y="166688"/>
                </a:cubicBezTo>
                <a:lnTo>
                  <a:pt x="234156" y="166688"/>
                </a:lnTo>
                <a:cubicBezTo>
                  <a:pt x="240754" y="166688"/>
                  <a:pt x="246063" y="161379"/>
                  <a:pt x="246063" y="154781"/>
                </a:cubicBezTo>
                <a:lnTo>
                  <a:pt x="246063" y="99219"/>
                </a:lnTo>
                <a:cubicBezTo>
                  <a:pt x="246063" y="92621"/>
                  <a:pt x="240754" y="87313"/>
                  <a:pt x="234156" y="87313"/>
                </a:cubicBezTo>
                <a:lnTo>
                  <a:pt x="83344" y="8731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1536700" y="43053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Batterie Li-ion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36700" y="46101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6h autonomie | 1h charge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4350" y="5314950"/>
            <a:ext cx="10756900" cy="1028700"/>
          </a:xfrm>
          <a:prstGeom prst="roundRect">
            <a:avLst>
              <a:gd name="adj" fmla="val 1481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3900" y="55245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85825" y="5702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03733" y="256084"/>
                </a:moveTo>
                <a:cubicBezTo>
                  <a:pt x="94456" y="265361"/>
                  <a:pt x="79375" y="265361"/>
                  <a:pt x="70048" y="256084"/>
                </a:cubicBezTo>
                <a:lnTo>
                  <a:pt x="13940" y="199975"/>
                </a:lnTo>
                <a:cubicBezTo>
                  <a:pt x="4663" y="190698"/>
                  <a:pt x="4663" y="175617"/>
                  <a:pt x="13940" y="166291"/>
                </a:cubicBezTo>
                <a:lnTo>
                  <a:pt x="22374" y="157857"/>
                </a:lnTo>
                <a:lnTo>
                  <a:pt x="58837" y="194320"/>
                </a:lnTo>
                <a:cubicBezTo>
                  <a:pt x="63500" y="198983"/>
                  <a:pt x="71041" y="198983"/>
                  <a:pt x="75654" y="194320"/>
                </a:cubicBezTo>
                <a:cubicBezTo>
                  <a:pt x="80268" y="189657"/>
                  <a:pt x="80318" y="182116"/>
                  <a:pt x="75654" y="177502"/>
                </a:cubicBezTo>
                <a:lnTo>
                  <a:pt x="39191" y="141039"/>
                </a:lnTo>
                <a:lnTo>
                  <a:pt x="56009" y="124222"/>
                </a:lnTo>
                <a:lnTo>
                  <a:pt x="81260" y="149473"/>
                </a:lnTo>
                <a:cubicBezTo>
                  <a:pt x="85923" y="154136"/>
                  <a:pt x="93464" y="154136"/>
                  <a:pt x="98078" y="149473"/>
                </a:cubicBezTo>
                <a:cubicBezTo>
                  <a:pt x="102691" y="144810"/>
                  <a:pt x="102741" y="137269"/>
                  <a:pt x="98078" y="132655"/>
                </a:cubicBezTo>
                <a:lnTo>
                  <a:pt x="72827" y="107404"/>
                </a:lnTo>
                <a:lnTo>
                  <a:pt x="89644" y="90587"/>
                </a:lnTo>
                <a:lnTo>
                  <a:pt x="126107" y="127050"/>
                </a:lnTo>
                <a:cubicBezTo>
                  <a:pt x="130770" y="131713"/>
                  <a:pt x="138311" y="131713"/>
                  <a:pt x="142925" y="127050"/>
                </a:cubicBezTo>
                <a:cubicBezTo>
                  <a:pt x="147538" y="122386"/>
                  <a:pt x="147588" y="114846"/>
                  <a:pt x="142925" y="110232"/>
                </a:cubicBezTo>
                <a:lnTo>
                  <a:pt x="106462" y="73769"/>
                </a:lnTo>
                <a:lnTo>
                  <a:pt x="123279" y="56952"/>
                </a:lnTo>
                <a:lnTo>
                  <a:pt x="148530" y="82203"/>
                </a:lnTo>
                <a:cubicBezTo>
                  <a:pt x="153194" y="86866"/>
                  <a:pt x="160734" y="86866"/>
                  <a:pt x="165348" y="82203"/>
                </a:cubicBezTo>
                <a:cubicBezTo>
                  <a:pt x="169962" y="77539"/>
                  <a:pt x="170011" y="69999"/>
                  <a:pt x="165348" y="65385"/>
                </a:cubicBezTo>
                <a:lnTo>
                  <a:pt x="140097" y="40134"/>
                </a:lnTo>
                <a:lnTo>
                  <a:pt x="156914" y="23316"/>
                </a:lnTo>
                <a:lnTo>
                  <a:pt x="193377" y="59779"/>
                </a:lnTo>
                <a:cubicBezTo>
                  <a:pt x="198041" y="64443"/>
                  <a:pt x="205581" y="64443"/>
                  <a:pt x="210195" y="59779"/>
                </a:cubicBezTo>
                <a:cubicBezTo>
                  <a:pt x="214809" y="55116"/>
                  <a:pt x="214858" y="47575"/>
                  <a:pt x="210195" y="42962"/>
                </a:cubicBezTo>
                <a:lnTo>
                  <a:pt x="173732" y="6499"/>
                </a:lnTo>
                <a:lnTo>
                  <a:pt x="182166" y="-1935"/>
                </a:lnTo>
                <a:cubicBezTo>
                  <a:pt x="191443" y="-11212"/>
                  <a:pt x="206524" y="-11212"/>
                  <a:pt x="215850" y="-1935"/>
                </a:cubicBezTo>
                <a:lnTo>
                  <a:pt x="272107" y="54025"/>
                </a:lnTo>
                <a:cubicBezTo>
                  <a:pt x="281384" y="63302"/>
                  <a:pt x="281384" y="78383"/>
                  <a:pt x="272107" y="87709"/>
                </a:cubicBezTo>
                <a:lnTo>
                  <a:pt x="103733" y="256084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25" name="Text 22"/>
          <p:cNvSpPr/>
          <p:nvPr/>
        </p:nvSpPr>
        <p:spPr>
          <a:xfrm>
            <a:off x="1536700" y="5549900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Ergonomique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536700" y="58547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200mm × 37mm | 365g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690350" y="1581150"/>
            <a:ext cx="4051300" cy="6540500"/>
          </a:xfrm>
          <a:prstGeom prst="roundRect">
            <a:avLst>
              <a:gd name="adj" fmla="val 376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760200" y="1841500"/>
            <a:ext cx="391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2500€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906250" y="2603500"/>
            <a:ext cx="361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- 3500€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912600" y="2908300"/>
            <a:ext cx="360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Dégressif selon quantité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1950700" y="3308350"/>
            <a:ext cx="3530600" cy="12700"/>
          </a:xfrm>
          <a:prstGeom prst="roundRect">
            <a:avLst>
              <a:gd name="adj" fmla="val 0"/>
            </a:avLst>
          </a:prstGeom>
          <a:solidFill>
            <a:srgbClr val="364153"/>
          </a:solidFill>
          <a:ln/>
        </p:spPr>
      </p:sp>
      <p:sp>
        <p:nvSpPr>
          <p:cNvPr id="32" name="Shape 29"/>
          <p:cNvSpPr/>
          <p:nvPr/>
        </p:nvSpPr>
        <p:spPr>
          <a:xfrm>
            <a:off x="11987213" y="35560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3" name="Text 30"/>
          <p:cNvSpPr/>
          <p:nvPr/>
        </p:nvSpPr>
        <p:spPr>
          <a:xfrm>
            <a:off x="12280900" y="35179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Vibreur + signal sonore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1987213" y="3911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5" name="Text 32"/>
          <p:cNvSpPr/>
          <p:nvPr/>
        </p:nvSpPr>
        <p:spPr>
          <a:xfrm>
            <a:off x="12280900" y="38735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Accessoires interchangeables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1987213" y="42672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7" name="Text 34"/>
          <p:cNvSpPr/>
          <p:nvPr/>
        </p:nvSpPr>
        <p:spPr>
          <a:xfrm>
            <a:off x="12280900" y="42291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automatique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2856210" y="8331200"/>
            <a:ext cx="885342" cy="3302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3018095" y="8420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28575"/>
                </a:moveTo>
                <a:cubicBezTo>
                  <a:pt x="58668" y="28575"/>
                  <a:pt x="34171" y="39291"/>
                  <a:pt x="16163" y="56733"/>
                </a:cubicBezTo>
                <a:cubicBezTo>
                  <a:pt x="12383" y="60394"/>
                  <a:pt x="6340" y="60305"/>
                  <a:pt x="2709" y="56525"/>
                </a:cubicBezTo>
                <a:cubicBezTo>
                  <a:pt x="-923" y="52745"/>
                  <a:pt x="-863" y="46702"/>
                  <a:pt x="2917" y="43071"/>
                </a:cubicBezTo>
                <a:cubicBezTo>
                  <a:pt x="24319" y="22294"/>
                  <a:pt x="53548" y="9525"/>
                  <a:pt x="85725" y="9525"/>
                </a:cubicBezTo>
                <a:cubicBezTo>
                  <a:pt x="117902" y="9525"/>
                  <a:pt x="147131" y="22294"/>
                  <a:pt x="168563" y="43071"/>
                </a:cubicBezTo>
                <a:cubicBezTo>
                  <a:pt x="172343" y="46732"/>
                  <a:pt x="172432" y="52774"/>
                  <a:pt x="168771" y="56525"/>
                </a:cubicBezTo>
                <a:cubicBezTo>
                  <a:pt x="165110" y="60275"/>
                  <a:pt x="159068" y="60394"/>
                  <a:pt x="155317" y="56733"/>
                </a:cubicBezTo>
                <a:cubicBezTo>
                  <a:pt x="137279" y="39291"/>
                  <a:pt x="112782" y="28575"/>
                  <a:pt x="85725" y="28575"/>
                </a:cubicBezTo>
                <a:close/>
                <a:moveTo>
                  <a:pt x="71438" y="128588"/>
                </a:moveTo>
                <a:cubicBezTo>
                  <a:pt x="71438" y="120702"/>
                  <a:pt x="77840" y="114300"/>
                  <a:pt x="85725" y="114300"/>
                </a:cubicBezTo>
                <a:cubicBezTo>
                  <a:pt x="93610" y="114300"/>
                  <a:pt x="100013" y="120702"/>
                  <a:pt x="100013" y="128588"/>
                </a:cubicBezTo>
                <a:cubicBezTo>
                  <a:pt x="100013" y="136473"/>
                  <a:pt x="93610" y="142875"/>
                  <a:pt x="85725" y="142875"/>
                </a:cubicBezTo>
                <a:cubicBezTo>
                  <a:pt x="77840" y="142875"/>
                  <a:pt x="71438" y="136473"/>
                  <a:pt x="71438" y="128588"/>
                </a:cubicBezTo>
                <a:close/>
                <a:moveTo>
                  <a:pt x="50006" y="97095"/>
                </a:moveTo>
                <a:cubicBezTo>
                  <a:pt x="46524" y="101054"/>
                  <a:pt x="40511" y="101411"/>
                  <a:pt x="36552" y="97929"/>
                </a:cubicBezTo>
                <a:cubicBezTo>
                  <a:pt x="32593" y="94446"/>
                  <a:pt x="32236" y="88434"/>
                  <a:pt x="35719" y="84475"/>
                </a:cubicBezTo>
                <a:cubicBezTo>
                  <a:pt x="47923" y="70664"/>
                  <a:pt x="65812" y="61912"/>
                  <a:pt x="85725" y="61912"/>
                </a:cubicBezTo>
                <a:cubicBezTo>
                  <a:pt x="105638" y="61912"/>
                  <a:pt x="123527" y="70664"/>
                  <a:pt x="135731" y="84475"/>
                </a:cubicBezTo>
                <a:cubicBezTo>
                  <a:pt x="139214" y="88434"/>
                  <a:pt x="138827" y="94446"/>
                  <a:pt x="134898" y="97929"/>
                </a:cubicBezTo>
                <a:cubicBezTo>
                  <a:pt x="130969" y="101411"/>
                  <a:pt x="124926" y="101025"/>
                  <a:pt x="121444" y="97095"/>
                </a:cubicBezTo>
                <a:cubicBezTo>
                  <a:pt x="112693" y="87184"/>
                  <a:pt x="99953" y="80962"/>
                  <a:pt x="85725" y="80962"/>
                </a:cubicBezTo>
                <a:cubicBezTo>
                  <a:pt x="71497" y="80962"/>
                  <a:pt x="58757" y="87184"/>
                  <a:pt x="50006" y="97095"/>
                </a:cubicBezTo>
                <a:close/>
              </a:path>
            </a:pathLst>
          </a:custGeom>
          <a:solidFill>
            <a:srgbClr val="7BF1A8"/>
          </a:solidFill>
          <a:ln/>
        </p:spPr>
      </p:sp>
      <p:sp>
        <p:nvSpPr>
          <p:cNvPr id="40" name="Text 37"/>
          <p:cNvSpPr/>
          <p:nvPr/>
        </p:nvSpPr>
        <p:spPr>
          <a:xfrm>
            <a:off x="13059410" y="8331200"/>
            <a:ext cx="720242" cy="3302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WiFi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3843152" y="8331200"/>
            <a:ext cx="732637" cy="330200"/>
          </a:xfrm>
          <a:prstGeom prst="roundRect">
            <a:avLst>
              <a:gd name="adj" fmla="val 500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4014450" y="8420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8EC5FF"/>
          </a:solidFill>
          <a:ln/>
        </p:spPr>
      </p:sp>
      <p:sp>
        <p:nvSpPr>
          <p:cNvPr id="43" name="Text 40"/>
          <p:cNvSpPr/>
          <p:nvPr/>
        </p:nvSpPr>
        <p:spPr>
          <a:xfrm>
            <a:off x="14046352" y="8331200"/>
            <a:ext cx="567537" cy="3302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EC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0A0A"/>
              </a:gs>
              <a:gs pos="5000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81091226825-a6a2a5aee158?w=1280&amp;h=720&amp;fit=crop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85000"/>
                </a:srgbClr>
              </a:gs>
              <a:gs pos="100000">
                <a:srgbClr val="0000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 Problématique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Banc Actuel : Limites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581150"/>
            <a:ext cx="7454900" cy="1638300"/>
          </a:xfrm>
          <a:prstGeom prst="roundRect">
            <a:avLst>
              <a:gd name="adj" fmla="val 930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4700" y="1841500"/>
            <a:ext cx="711200" cy="711200"/>
          </a:xfrm>
          <a:prstGeom prst="roundRect">
            <a:avLst>
              <a:gd name="adj" fmla="val 14286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77900" y="2044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7"/>
          <p:cNvSpPr/>
          <p:nvPr/>
        </p:nvSpPr>
        <p:spPr>
          <a:xfrm>
            <a:off x="1689100" y="1841500"/>
            <a:ext cx="264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de Test Excessif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89100" y="2247900"/>
            <a:ext cx="271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2h25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89100" y="2705100"/>
            <a:ext cx="261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 clé → Faible productivité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4350" y="3435350"/>
            <a:ext cx="7454900" cy="1435100"/>
          </a:xfrm>
          <a:prstGeom prst="roundRect">
            <a:avLst>
              <a:gd name="adj" fmla="val 1061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4700" y="3695700"/>
            <a:ext cx="711200" cy="711200"/>
          </a:xfrm>
          <a:prstGeom prst="roundRect">
            <a:avLst>
              <a:gd name="adj" fmla="val 14286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96950" y="38989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6" name="Text 13"/>
          <p:cNvSpPr/>
          <p:nvPr/>
        </p:nvSpPr>
        <p:spPr>
          <a:xfrm>
            <a:off x="1689100" y="3695700"/>
            <a:ext cx="259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Dépendance Opérateur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89100" y="4102100"/>
            <a:ext cx="2565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Répétabilité non optimale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Variations inter-opérateurs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4350" y="5086350"/>
            <a:ext cx="7454900" cy="1231900"/>
          </a:xfrm>
          <a:prstGeom prst="roundRect">
            <a:avLst>
              <a:gd name="adj" fmla="val 12371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4700" y="5346700"/>
            <a:ext cx="711200" cy="711200"/>
          </a:xfrm>
          <a:prstGeom prst="roundRect">
            <a:avLst>
              <a:gd name="adj" fmla="val 14286"/>
            </a:avLst>
          </a:prstGeom>
          <a:solidFill>
            <a:srgbClr val="F0B100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977900" y="554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1" name="Text 18"/>
          <p:cNvSpPr/>
          <p:nvPr/>
        </p:nvSpPr>
        <p:spPr>
          <a:xfrm>
            <a:off x="1689100" y="53467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Risques d'Erreurs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689100" y="5753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Lecture, saisie, positionnement manuels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86750" y="1581150"/>
            <a:ext cx="7454900" cy="1435100"/>
          </a:xfrm>
          <a:prstGeom prst="roundRect">
            <a:avLst>
              <a:gd name="adj" fmla="val 1061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47100" y="1841500"/>
            <a:ext cx="711200" cy="711200"/>
          </a:xfrm>
          <a:prstGeom prst="roundRect">
            <a:avLst>
              <a:gd name="adj" fmla="val 14286"/>
            </a:avLst>
          </a:prstGeom>
          <a:solidFill>
            <a:srgbClr val="6A7282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788400" y="20447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26" name="Text 23"/>
          <p:cNvSpPr/>
          <p:nvPr/>
        </p:nvSpPr>
        <p:spPr>
          <a:xfrm>
            <a:off x="9461500" y="1841500"/>
            <a:ext cx="209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Traçabilité Limitée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461500" y="2247900"/>
            <a:ext cx="207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Enregistrements partiels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Suivi difficile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286750" y="3232150"/>
            <a:ext cx="7454900" cy="4508500"/>
          </a:xfrm>
          <a:prstGeom prst="roundRect">
            <a:avLst>
              <a:gd name="adj" fmla="val 338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02650" y="48768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 Actuelle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655300" y="5232400"/>
            <a:ext cx="977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763250" y="5842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clés/jour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591330" y="54356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2118380" y="5232400"/>
            <a:ext cx="1257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2226330" y="58420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objectif/jour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286750" y="7956550"/>
            <a:ext cx="7454900" cy="673100"/>
          </a:xfrm>
          <a:prstGeom prst="roundRect">
            <a:avLst>
              <a:gd name="adj" fmla="val 2264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21700" y="820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8826500" y="81661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Processus manuel : montage, mesures, calibration, validation, rapport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0F0F"/>
              </a:gs>
              <a:gs pos="50000">
                <a:srgbClr val="1F1F2F"/>
              </a:gs>
              <a:gs pos="100000">
                <a:srgbClr val="1A1A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18770660439-4636190af475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0000"/>
                </a:srgbClr>
              </a:gs>
              <a:gs pos="100000">
                <a:srgbClr val="000000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 Objectifs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du Futur Banc Automatisé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581150"/>
            <a:ext cx="4902200" cy="3390900"/>
          </a:xfrm>
          <a:prstGeom prst="roundRect">
            <a:avLst>
              <a:gd name="adj" fmla="val 449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56867" y="18415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810867" y="209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2115145" y="2806700"/>
            <a:ext cx="170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Gain de Temps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979414" y="3213100"/>
            <a:ext cx="196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Réduire le temps de test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88183" y="3619500"/>
            <a:ext cx="134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-70%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292945" y="4178300"/>
            <a:ext cx="134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2h25 → ~1h par clé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78884" y="1581150"/>
            <a:ext cx="4902200" cy="3390900"/>
          </a:xfrm>
          <a:prstGeom prst="roundRect">
            <a:avLst>
              <a:gd name="adj" fmla="val 449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1402" y="18415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956352" y="2095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2399" y="-4762"/>
                </a:moveTo>
                <a:cubicBezTo>
                  <a:pt x="138767" y="-8453"/>
                  <a:pt x="133469" y="-9942"/>
                  <a:pt x="128468" y="-8573"/>
                </a:cubicBezTo>
                <a:cubicBezTo>
                  <a:pt x="123468" y="-7203"/>
                  <a:pt x="119598" y="-3334"/>
                  <a:pt x="118348" y="1667"/>
                </a:cubicBezTo>
                <a:lnTo>
                  <a:pt x="109240" y="37505"/>
                </a:lnTo>
                <a:cubicBezTo>
                  <a:pt x="108585" y="40124"/>
                  <a:pt x="105906" y="41672"/>
                  <a:pt x="103346" y="40898"/>
                </a:cubicBezTo>
                <a:lnTo>
                  <a:pt x="67747" y="30897"/>
                </a:lnTo>
                <a:cubicBezTo>
                  <a:pt x="62746" y="29468"/>
                  <a:pt x="57388" y="30897"/>
                  <a:pt x="53757" y="34528"/>
                </a:cubicBezTo>
                <a:cubicBezTo>
                  <a:pt x="50125" y="38160"/>
                  <a:pt x="48697" y="43517"/>
                  <a:pt x="50125" y="48518"/>
                </a:cubicBezTo>
                <a:lnTo>
                  <a:pt x="60186" y="84118"/>
                </a:lnTo>
                <a:cubicBezTo>
                  <a:pt x="60900" y="86678"/>
                  <a:pt x="59353" y="89356"/>
                  <a:pt x="56793" y="90011"/>
                </a:cubicBezTo>
                <a:lnTo>
                  <a:pt x="20895" y="99120"/>
                </a:lnTo>
                <a:cubicBezTo>
                  <a:pt x="15895" y="100370"/>
                  <a:pt x="11966" y="104299"/>
                  <a:pt x="10597" y="109299"/>
                </a:cubicBezTo>
                <a:cubicBezTo>
                  <a:pt x="9227" y="114300"/>
                  <a:pt x="10716" y="119598"/>
                  <a:pt x="14407" y="123230"/>
                </a:cubicBezTo>
                <a:lnTo>
                  <a:pt x="40898" y="149007"/>
                </a:lnTo>
                <a:cubicBezTo>
                  <a:pt x="42803" y="150852"/>
                  <a:pt x="42803" y="153948"/>
                  <a:pt x="40898" y="155853"/>
                </a:cubicBezTo>
                <a:lnTo>
                  <a:pt x="14466" y="181630"/>
                </a:lnTo>
                <a:cubicBezTo>
                  <a:pt x="10775" y="185261"/>
                  <a:pt x="9287" y="190560"/>
                  <a:pt x="10656" y="195560"/>
                </a:cubicBezTo>
                <a:cubicBezTo>
                  <a:pt x="12025" y="200561"/>
                  <a:pt x="15954" y="204430"/>
                  <a:pt x="20955" y="205740"/>
                </a:cubicBezTo>
                <a:lnTo>
                  <a:pt x="56793" y="214848"/>
                </a:lnTo>
                <a:cubicBezTo>
                  <a:pt x="59412" y="215503"/>
                  <a:pt x="60960" y="218182"/>
                  <a:pt x="60186" y="220742"/>
                </a:cubicBezTo>
                <a:lnTo>
                  <a:pt x="50125" y="256282"/>
                </a:lnTo>
                <a:cubicBezTo>
                  <a:pt x="48697" y="261283"/>
                  <a:pt x="50125" y="266640"/>
                  <a:pt x="53757" y="270272"/>
                </a:cubicBezTo>
                <a:cubicBezTo>
                  <a:pt x="57388" y="273903"/>
                  <a:pt x="62746" y="275332"/>
                  <a:pt x="67747" y="273903"/>
                </a:cubicBezTo>
                <a:lnTo>
                  <a:pt x="103346" y="263843"/>
                </a:lnTo>
                <a:cubicBezTo>
                  <a:pt x="105906" y="263128"/>
                  <a:pt x="108585" y="264676"/>
                  <a:pt x="109240" y="267236"/>
                </a:cubicBezTo>
                <a:lnTo>
                  <a:pt x="118348" y="303074"/>
                </a:lnTo>
                <a:cubicBezTo>
                  <a:pt x="119598" y="308074"/>
                  <a:pt x="123527" y="312003"/>
                  <a:pt x="128528" y="313373"/>
                </a:cubicBezTo>
                <a:cubicBezTo>
                  <a:pt x="133529" y="314742"/>
                  <a:pt x="138827" y="313253"/>
                  <a:pt x="142458" y="309563"/>
                </a:cubicBezTo>
                <a:lnTo>
                  <a:pt x="168235" y="283071"/>
                </a:lnTo>
                <a:cubicBezTo>
                  <a:pt x="170081" y="281166"/>
                  <a:pt x="173176" y="281166"/>
                  <a:pt x="175081" y="283071"/>
                </a:cubicBezTo>
                <a:lnTo>
                  <a:pt x="200799" y="309563"/>
                </a:lnTo>
                <a:cubicBezTo>
                  <a:pt x="204430" y="313253"/>
                  <a:pt x="209729" y="314742"/>
                  <a:pt x="214729" y="313373"/>
                </a:cubicBezTo>
                <a:cubicBezTo>
                  <a:pt x="219730" y="312003"/>
                  <a:pt x="223599" y="308074"/>
                  <a:pt x="224909" y="303074"/>
                </a:cubicBezTo>
                <a:lnTo>
                  <a:pt x="234017" y="267295"/>
                </a:lnTo>
                <a:cubicBezTo>
                  <a:pt x="234672" y="264676"/>
                  <a:pt x="237351" y="263128"/>
                  <a:pt x="239911" y="263902"/>
                </a:cubicBezTo>
                <a:lnTo>
                  <a:pt x="275511" y="273963"/>
                </a:lnTo>
                <a:cubicBezTo>
                  <a:pt x="280511" y="275392"/>
                  <a:pt x="285869" y="273963"/>
                  <a:pt x="289500" y="270331"/>
                </a:cubicBezTo>
                <a:cubicBezTo>
                  <a:pt x="293132" y="266700"/>
                  <a:pt x="294561" y="261342"/>
                  <a:pt x="293132" y="256342"/>
                </a:cubicBezTo>
                <a:lnTo>
                  <a:pt x="283071" y="220742"/>
                </a:lnTo>
                <a:cubicBezTo>
                  <a:pt x="282357" y="218182"/>
                  <a:pt x="283905" y="215503"/>
                  <a:pt x="286464" y="214848"/>
                </a:cubicBezTo>
                <a:lnTo>
                  <a:pt x="322302" y="205740"/>
                </a:lnTo>
                <a:cubicBezTo>
                  <a:pt x="327303" y="204490"/>
                  <a:pt x="331232" y="200561"/>
                  <a:pt x="332601" y="195560"/>
                </a:cubicBezTo>
                <a:cubicBezTo>
                  <a:pt x="333970" y="190560"/>
                  <a:pt x="332482" y="185202"/>
                  <a:pt x="328791" y="181630"/>
                </a:cubicBezTo>
                <a:lnTo>
                  <a:pt x="302300" y="155853"/>
                </a:lnTo>
                <a:cubicBezTo>
                  <a:pt x="300395" y="154007"/>
                  <a:pt x="300395" y="150912"/>
                  <a:pt x="302300" y="149007"/>
                </a:cubicBezTo>
                <a:lnTo>
                  <a:pt x="328791" y="123230"/>
                </a:lnTo>
                <a:cubicBezTo>
                  <a:pt x="332482" y="119598"/>
                  <a:pt x="333970" y="114300"/>
                  <a:pt x="332601" y="109299"/>
                </a:cubicBezTo>
                <a:cubicBezTo>
                  <a:pt x="331232" y="104299"/>
                  <a:pt x="327303" y="100429"/>
                  <a:pt x="322302" y="99120"/>
                </a:cubicBezTo>
                <a:lnTo>
                  <a:pt x="286464" y="90011"/>
                </a:lnTo>
                <a:cubicBezTo>
                  <a:pt x="283845" y="89356"/>
                  <a:pt x="282297" y="86677"/>
                  <a:pt x="283071" y="84118"/>
                </a:cubicBezTo>
                <a:lnTo>
                  <a:pt x="293132" y="48518"/>
                </a:lnTo>
                <a:cubicBezTo>
                  <a:pt x="294561" y="43517"/>
                  <a:pt x="293132" y="38160"/>
                  <a:pt x="289500" y="34528"/>
                </a:cubicBezTo>
                <a:cubicBezTo>
                  <a:pt x="285869" y="30897"/>
                  <a:pt x="280511" y="29468"/>
                  <a:pt x="275511" y="30897"/>
                </a:cubicBezTo>
                <a:lnTo>
                  <a:pt x="239911" y="40957"/>
                </a:lnTo>
                <a:cubicBezTo>
                  <a:pt x="237351" y="41672"/>
                  <a:pt x="234672" y="40124"/>
                  <a:pt x="234017" y="37564"/>
                </a:cubicBezTo>
                <a:lnTo>
                  <a:pt x="224909" y="1667"/>
                </a:lnTo>
                <a:cubicBezTo>
                  <a:pt x="223659" y="-3334"/>
                  <a:pt x="219730" y="-7263"/>
                  <a:pt x="214729" y="-8632"/>
                </a:cubicBezTo>
                <a:cubicBezTo>
                  <a:pt x="209729" y="-10001"/>
                  <a:pt x="204430" y="-8513"/>
                  <a:pt x="200799" y="-4822"/>
                </a:cubicBezTo>
                <a:lnTo>
                  <a:pt x="175022" y="21729"/>
                </a:lnTo>
                <a:cubicBezTo>
                  <a:pt x="173176" y="23634"/>
                  <a:pt x="170081" y="23634"/>
                  <a:pt x="168176" y="21729"/>
                </a:cubicBezTo>
                <a:lnTo>
                  <a:pt x="142399" y="-4762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7" name="Text 14"/>
          <p:cNvSpPr/>
          <p:nvPr/>
        </p:nvSpPr>
        <p:spPr>
          <a:xfrm>
            <a:off x="7246938" y="2806700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Conformité ISO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71345" y="32131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Respect strict norme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23745" y="361950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34473" y="41783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6789-1:2017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843617" y="1581150"/>
            <a:ext cx="4902200" cy="3390900"/>
          </a:xfrm>
          <a:prstGeom prst="roundRect">
            <a:avLst>
              <a:gd name="adj" fmla="val 449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886134" y="18415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140134" y="209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24" name="Text 21"/>
          <p:cNvSpPr/>
          <p:nvPr/>
        </p:nvSpPr>
        <p:spPr>
          <a:xfrm>
            <a:off x="12594034" y="28067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Répétabilité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319000" y="3213100"/>
            <a:ext cx="194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Mesures reproductibles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502753" y="3619500"/>
            <a:ext cx="1574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1A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±0.5%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489458" y="41783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Indépendant opérateur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14350" y="5238750"/>
            <a:ext cx="4902200" cy="3390900"/>
          </a:xfrm>
          <a:prstGeom prst="roundRect">
            <a:avLst>
              <a:gd name="adj" fmla="val 449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56867" y="54991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AD46FF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48967" y="57531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38100" y="0"/>
                </a:moveTo>
                <a:cubicBezTo>
                  <a:pt x="17085" y="0"/>
                  <a:pt x="0" y="17085"/>
                  <a:pt x="0" y="3810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90500" y="304800"/>
                </a:lnTo>
                <a:cubicBezTo>
                  <a:pt x="211515" y="304800"/>
                  <a:pt x="228600" y="287715"/>
                  <a:pt x="228600" y="266700"/>
                </a:cubicBezTo>
                <a:lnTo>
                  <a:pt x="228600" y="101501"/>
                </a:lnTo>
                <a:cubicBezTo>
                  <a:pt x="228600" y="91380"/>
                  <a:pt x="224611" y="81677"/>
                  <a:pt x="217468" y="74533"/>
                </a:cubicBezTo>
                <a:lnTo>
                  <a:pt x="154007" y="11132"/>
                </a:lnTo>
                <a:cubicBezTo>
                  <a:pt x="146864" y="3989"/>
                  <a:pt x="137220" y="0"/>
                  <a:pt x="127099" y="0"/>
                </a:cubicBezTo>
                <a:lnTo>
                  <a:pt x="38100" y="0"/>
                </a:lnTo>
                <a:close/>
                <a:moveTo>
                  <a:pt x="193774" y="104775"/>
                </a:moveTo>
                <a:lnTo>
                  <a:pt x="138113" y="104775"/>
                </a:lnTo>
                <a:cubicBezTo>
                  <a:pt x="130195" y="104775"/>
                  <a:pt x="123825" y="98405"/>
                  <a:pt x="123825" y="90488"/>
                </a:cubicBezTo>
                <a:lnTo>
                  <a:pt x="123825" y="34826"/>
                </a:lnTo>
                <a:lnTo>
                  <a:pt x="193774" y="104775"/>
                </a:lnTo>
                <a:close/>
                <a:moveTo>
                  <a:pt x="38100" y="228600"/>
                </a:moveTo>
                <a:lnTo>
                  <a:pt x="38100" y="190500"/>
                </a:lnTo>
                <a:cubicBezTo>
                  <a:pt x="38100" y="179963"/>
                  <a:pt x="46613" y="171450"/>
                  <a:pt x="57150" y="171450"/>
                </a:cubicBezTo>
                <a:lnTo>
                  <a:pt x="171450" y="171450"/>
                </a:lnTo>
                <a:cubicBezTo>
                  <a:pt x="181987" y="171450"/>
                  <a:pt x="190500" y="179963"/>
                  <a:pt x="190500" y="190500"/>
                </a:cubicBezTo>
                <a:lnTo>
                  <a:pt x="190500" y="228600"/>
                </a:lnTo>
                <a:cubicBezTo>
                  <a:pt x="190500" y="239137"/>
                  <a:pt x="181987" y="247650"/>
                  <a:pt x="171450" y="247650"/>
                </a:cubicBezTo>
                <a:lnTo>
                  <a:pt x="57150" y="247650"/>
                </a:lnTo>
                <a:cubicBezTo>
                  <a:pt x="46613" y="247650"/>
                  <a:pt x="38100" y="239137"/>
                  <a:pt x="38100" y="228600"/>
                </a:cubicBezTo>
                <a:close/>
                <a:moveTo>
                  <a:pt x="52388" y="38100"/>
                </a:moveTo>
                <a:lnTo>
                  <a:pt x="80962" y="38100"/>
                </a:lnTo>
                <a:cubicBezTo>
                  <a:pt x="88880" y="38100"/>
                  <a:pt x="95250" y="44470"/>
                  <a:pt x="95250" y="52388"/>
                </a:cubicBezTo>
                <a:cubicBezTo>
                  <a:pt x="95250" y="60305"/>
                  <a:pt x="88880" y="66675"/>
                  <a:pt x="80962" y="66675"/>
                </a:cubicBezTo>
                <a:lnTo>
                  <a:pt x="52388" y="66675"/>
                </a:lnTo>
                <a:cubicBezTo>
                  <a:pt x="44470" y="66675"/>
                  <a:pt x="38100" y="60305"/>
                  <a:pt x="38100" y="52388"/>
                </a:cubicBezTo>
                <a:cubicBezTo>
                  <a:pt x="38100" y="44470"/>
                  <a:pt x="44470" y="38100"/>
                  <a:pt x="52388" y="38100"/>
                </a:cubicBezTo>
                <a:close/>
                <a:moveTo>
                  <a:pt x="52388" y="95250"/>
                </a:moveTo>
                <a:lnTo>
                  <a:pt x="80962" y="95250"/>
                </a:lnTo>
                <a:cubicBezTo>
                  <a:pt x="88880" y="95250"/>
                  <a:pt x="95250" y="101620"/>
                  <a:pt x="95250" y="109537"/>
                </a:cubicBezTo>
                <a:cubicBezTo>
                  <a:pt x="95250" y="117455"/>
                  <a:pt x="88880" y="123825"/>
                  <a:pt x="80962" y="123825"/>
                </a:cubicBezTo>
                <a:lnTo>
                  <a:pt x="52388" y="123825"/>
                </a:lnTo>
                <a:cubicBezTo>
                  <a:pt x="44470" y="123825"/>
                  <a:pt x="38100" y="117455"/>
                  <a:pt x="38100" y="109537"/>
                </a:cubicBezTo>
                <a:cubicBezTo>
                  <a:pt x="38100" y="101620"/>
                  <a:pt x="44470" y="95250"/>
                  <a:pt x="52388" y="95250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1" name="Text 28"/>
          <p:cNvSpPr/>
          <p:nvPr/>
        </p:nvSpPr>
        <p:spPr>
          <a:xfrm>
            <a:off x="2338388" y="6464300"/>
            <a:ext cx="124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Traçabilité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006798" y="687070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Rapports automatiques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340570" y="7277100"/>
            <a:ext cx="124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234605" y="7835900"/>
            <a:ext cx="146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Horodatage complet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678884" y="5238750"/>
            <a:ext cx="4902200" cy="3390900"/>
          </a:xfrm>
          <a:prstGeom prst="roundRect">
            <a:avLst>
              <a:gd name="adj" fmla="val 449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21402" y="54991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7975402" y="5753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8" name="Text 35"/>
          <p:cNvSpPr/>
          <p:nvPr/>
        </p:nvSpPr>
        <p:spPr>
          <a:xfrm>
            <a:off x="7624564" y="6464300"/>
            <a:ext cx="1003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287617" y="687070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complète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466409" y="7277100"/>
            <a:ext cx="132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385645" y="78359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niveaux de sécurité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843617" y="5238750"/>
            <a:ext cx="4902200" cy="3390900"/>
          </a:xfrm>
          <a:prstGeom prst="roundRect">
            <a:avLst>
              <a:gd name="adj" fmla="val 449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2886134" y="54991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3140134" y="5753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45" name="Text 42"/>
          <p:cNvSpPr/>
          <p:nvPr/>
        </p:nvSpPr>
        <p:spPr>
          <a:xfrm>
            <a:off x="12584708" y="6464300"/>
            <a:ext cx="140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2338447" y="68707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Augmentation capacité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2917488" y="72771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x4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2683331" y="78359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 traitées/jour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0A0A"/>
              </a:gs>
              <a:gs pos="5000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58618666-fcd25c85f82e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0000"/>
                </a:srgbClr>
              </a:gs>
              <a:gs pos="100000">
                <a:srgbClr val="000000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03.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Système &amp; Communication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" y="1511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1119" y="8334"/>
                </a:moveTo>
                <a:cubicBezTo>
                  <a:pt x="61119" y="3716"/>
                  <a:pt x="57403" y="0"/>
                  <a:pt x="52784" y="0"/>
                </a:cubicBezTo>
                <a:cubicBezTo>
                  <a:pt x="48166" y="0"/>
                  <a:pt x="44450" y="3716"/>
                  <a:pt x="44450" y="8334"/>
                </a:cubicBezTo>
                <a:lnTo>
                  <a:pt x="44450" y="22225"/>
                </a:lnTo>
                <a:cubicBezTo>
                  <a:pt x="32192" y="22225"/>
                  <a:pt x="22225" y="32192"/>
                  <a:pt x="22225" y="44450"/>
                </a:cubicBezTo>
                <a:lnTo>
                  <a:pt x="8334" y="44450"/>
                </a:lnTo>
                <a:cubicBezTo>
                  <a:pt x="3716" y="44450"/>
                  <a:pt x="0" y="48166"/>
                  <a:pt x="0" y="52784"/>
                </a:cubicBezTo>
                <a:cubicBezTo>
                  <a:pt x="0" y="57403"/>
                  <a:pt x="3716" y="61119"/>
                  <a:pt x="8334" y="61119"/>
                </a:cubicBezTo>
                <a:lnTo>
                  <a:pt x="22225" y="61119"/>
                </a:lnTo>
                <a:lnTo>
                  <a:pt x="22225" y="80566"/>
                </a:lnTo>
                <a:lnTo>
                  <a:pt x="8334" y="80566"/>
                </a:lnTo>
                <a:cubicBezTo>
                  <a:pt x="3716" y="80566"/>
                  <a:pt x="0" y="84281"/>
                  <a:pt x="0" y="88900"/>
                </a:cubicBezTo>
                <a:cubicBezTo>
                  <a:pt x="0" y="93519"/>
                  <a:pt x="3716" y="97234"/>
                  <a:pt x="8334" y="97234"/>
                </a:cubicBezTo>
                <a:lnTo>
                  <a:pt x="22225" y="97234"/>
                </a:lnTo>
                <a:lnTo>
                  <a:pt x="22225" y="116681"/>
                </a:lnTo>
                <a:lnTo>
                  <a:pt x="8334" y="116681"/>
                </a:lnTo>
                <a:cubicBezTo>
                  <a:pt x="3716" y="116681"/>
                  <a:pt x="0" y="120397"/>
                  <a:pt x="0" y="125016"/>
                </a:cubicBezTo>
                <a:cubicBezTo>
                  <a:pt x="0" y="129634"/>
                  <a:pt x="3716" y="133350"/>
                  <a:pt x="8334" y="133350"/>
                </a:cubicBezTo>
                <a:lnTo>
                  <a:pt x="22225" y="133350"/>
                </a:lnTo>
                <a:cubicBezTo>
                  <a:pt x="22225" y="145608"/>
                  <a:pt x="32192" y="155575"/>
                  <a:pt x="44450" y="155575"/>
                </a:cubicBezTo>
                <a:lnTo>
                  <a:pt x="44450" y="169466"/>
                </a:lnTo>
                <a:cubicBezTo>
                  <a:pt x="44450" y="174084"/>
                  <a:pt x="48166" y="177800"/>
                  <a:pt x="52784" y="177800"/>
                </a:cubicBezTo>
                <a:cubicBezTo>
                  <a:pt x="57403" y="177800"/>
                  <a:pt x="61119" y="174084"/>
                  <a:pt x="61119" y="169466"/>
                </a:cubicBezTo>
                <a:lnTo>
                  <a:pt x="61119" y="155575"/>
                </a:lnTo>
                <a:lnTo>
                  <a:pt x="80566" y="155575"/>
                </a:lnTo>
                <a:lnTo>
                  <a:pt x="80566" y="169466"/>
                </a:lnTo>
                <a:cubicBezTo>
                  <a:pt x="80566" y="174084"/>
                  <a:pt x="84281" y="177800"/>
                  <a:pt x="88900" y="177800"/>
                </a:cubicBezTo>
                <a:cubicBezTo>
                  <a:pt x="93519" y="177800"/>
                  <a:pt x="97234" y="174084"/>
                  <a:pt x="97234" y="169466"/>
                </a:cubicBezTo>
                <a:lnTo>
                  <a:pt x="97234" y="155575"/>
                </a:lnTo>
                <a:lnTo>
                  <a:pt x="116681" y="155575"/>
                </a:lnTo>
                <a:lnTo>
                  <a:pt x="116681" y="169466"/>
                </a:lnTo>
                <a:cubicBezTo>
                  <a:pt x="116681" y="174084"/>
                  <a:pt x="120397" y="177800"/>
                  <a:pt x="125016" y="177800"/>
                </a:cubicBezTo>
                <a:cubicBezTo>
                  <a:pt x="129634" y="177800"/>
                  <a:pt x="133350" y="174084"/>
                  <a:pt x="133350" y="169466"/>
                </a:cubicBezTo>
                <a:lnTo>
                  <a:pt x="133350" y="155575"/>
                </a:lnTo>
                <a:cubicBezTo>
                  <a:pt x="145608" y="155575"/>
                  <a:pt x="155575" y="145608"/>
                  <a:pt x="155575" y="133350"/>
                </a:cubicBezTo>
                <a:lnTo>
                  <a:pt x="169466" y="133350"/>
                </a:lnTo>
                <a:cubicBezTo>
                  <a:pt x="174084" y="133350"/>
                  <a:pt x="177800" y="129634"/>
                  <a:pt x="177800" y="125016"/>
                </a:cubicBezTo>
                <a:cubicBezTo>
                  <a:pt x="177800" y="120397"/>
                  <a:pt x="174084" y="116681"/>
                  <a:pt x="169466" y="116681"/>
                </a:cubicBezTo>
                <a:lnTo>
                  <a:pt x="155575" y="116681"/>
                </a:lnTo>
                <a:lnTo>
                  <a:pt x="155575" y="97234"/>
                </a:lnTo>
                <a:lnTo>
                  <a:pt x="169466" y="97234"/>
                </a:lnTo>
                <a:cubicBezTo>
                  <a:pt x="174084" y="97234"/>
                  <a:pt x="177800" y="93519"/>
                  <a:pt x="177800" y="88900"/>
                </a:cubicBezTo>
                <a:cubicBezTo>
                  <a:pt x="177800" y="84281"/>
                  <a:pt x="174084" y="80566"/>
                  <a:pt x="169466" y="80566"/>
                </a:cubicBezTo>
                <a:lnTo>
                  <a:pt x="155575" y="80566"/>
                </a:lnTo>
                <a:lnTo>
                  <a:pt x="155575" y="61119"/>
                </a:lnTo>
                <a:lnTo>
                  <a:pt x="169466" y="61119"/>
                </a:lnTo>
                <a:cubicBezTo>
                  <a:pt x="174084" y="61119"/>
                  <a:pt x="177800" y="57403"/>
                  <a:pt x="177800" y="52784"/>
                </a:cubicBezTo>
                <a:cubicBezTo>
                  <a:pt x="177800" y="48166"/>
                  <a:pt x="174084" y="44450"/>
                  <a:pt x="169466" y="44450"/>
                </a:cubicBezTo>
                <a:lnTo>
                  <a:pt x="155575" y="44450"/>
                </a:lnTo>
                <a:cubicBezTo>
                  <a:pt x="155575" y="32192"/>
                  <a:pt x="145608" y="22225"/>
                  <a:pt x="133350" y="22225"/>
                </a:cubicBezTo>
                <a:lnTo>
                  <a:pt x="133350" y="8334"/>
                </a:lnTo>
                <a:cubicBezTo>
                  <a:pt x="133350" y="3716"/>
                  <a:pt x="129634" y="0"/>
                  <a:pt x="125016" y="0"/>
                </a:cubicBezTo>
                <a:cubicBezTo>
                  <a:pt x="120397" y="0"/>
                  <a:pt x="116681" y="3716"/>
                  <a:pt x="116681" y="8334"/>
                </a:cubicBezTo>
                <a:lnTo>
                  <a:pt x="116681" y="22225"/>
                </a:lnTo>
                <a:lnTo>
                  <a:pt x="97234" y="22225"/>
                </a:lnTo>
                <a:lnTo>
                  <a:pt x="97234" y="8334"/>
                </a:lnTo>
                <a:cubicBezTo>
                  <a:pt x="97234" y="3716"/>
                  <a:pt x="93519" y="0"/>
                  <a:pt x="88900" y="0"/>
                </a:cubicBezTo>
                <a:cubicBezTo>
                  <a:pt x="84281" y="0"/>
                  <a:pt x="80566" y="3716"/>
                  <a:pt x="80566" y="8334"/>
                </a:cubicBezTo>
                <a:lnTo>
                  <a:pt x="80566" y="22225"/>
                </a:lnTo>
                <a:lnTo>
                  <a:pt x="61119" y="22225"/>
                </a:lnTo>
                <a:lnTo>
                  <a:pt x="61119" y="8334"/>
                </a:lnTo>
                <a:close/>
                <a:moveTo>
                  <a:pt x="55563" y="44450"/>
                </a:moveTo>
                <a:lnTo>
                  <a:pt x="122238" y="44450"/>
                </a:lnTo>
                <a:cubicBezTo>
                  <a:pt x="128384" y="44450"/>
                  <a:pt x="133350" y="49416"/>
                  <a:pt x="133350" y="55563"/>
                </a:cubicBezTo>
                <a:lnTo>
                  <a:pt x="133350" y="122238"/>
                </a:lnTo>
                <a:cubicBezTo>
                  <a:pt x="133350" y="128384"/>
                  <a:pt x="128384" y="133350"/>
                  <a:pt x="122238" y="133350"/>
                </a:cubicBezTo>
                <a:lnTo>
                  <a:pt x="55563" y="133350"/>
                </a:lnTo>
                <a:cubicBezTo>
                  <a:pt x="49416" y="133350"/>
                  <a:pt x="44450" y="128384"/>
                  <a:pt x="44450" y="122238"/>
                </a:cubicBezTo>
                <a:lnTo>
                  <a:pt x="44450" y="55563"/>
                </a:lnTo>
                <a:cubicBezTo>
                  <a:pt x="44450" y="49416"/>
                  <a:pt x="49416" y="44450"/>
                  <a:pt x="55563" y="44450"/>
                </a:cubicBezTo>
                <a:close/>
                <a:moveTo>
                  <a:pt x="61119" y="61119"/>
                </a:moveTo>
                <a:lnTo>
                  <a:pt x="61119" y="116681"/>
                </a:lnTo>
                <a:lnTo>
                  <a:pt x="116681" y="116681"/>
                </a:lnTo>
                <a:lnTo>
                  <a:pt x="116681" y="61119"/>
                </a:lnTo>
                <a:lnTo>
                  <a:pt x="61119" y="61119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8" name="Text 5"/>
          <p:cNvSpPr/>
          <p:nvPr/>
        </p:nvSpPr>
        <p:spPr>
          <a:xfrm>
            <a:off x="838200" y="14732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Matérielle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1936750"/>
            <a:ext cx="7480300" cy="825500"/>
          </a:xfrm>
          <a:prstGeom prst="roundRect">
            <a:avLst>
              <a:gd name="adj" fmla="val 12308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3100" y="20955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38200" y="22479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63500"/>
                </a:lnTo>
                <a:cubicBezTo>
                  <a:pt x="0" y="77510"/>
                  <a:pt x="11390" y="88900"/>
                  <a:pt x="25400" y="88900"/>
                </a:cubicBezTo>
                <a:lnTo>
                  <a:pt x="152400" y="88900"/>
                </a:lnTo>
                <a:cubicBezTo>
                  <a:pt x="166410" y="88900"/>
                  <a:pt x="177800" y="77510"/>
                  <a:pt x="177800" y="63500"/>
                </a:cubicBezTo>
                <a:lnTo>
                  <a:pt x="177800" y="38100"/>
                </a:lnTo>
                <a:cubicBezTo>
                  <a:pt x="177800" y="24090"/>
                  <a:pt x="166410" y="12700"/>
                  <a:pt x="152400" y="12700"/>
                </a:cubicBezTo>
                <a:lnTo>
                  <a:pt x="25400" y="12700"/>
                </a:lnTo>
                <a:close/>
                <a:moveTo>
                  <a:pt x="111125" y="41275"/>
                </a:moveTo>
                <a:cubicBezTo>
                  <a:pt x="116382" y="41275"/>
                  <a:pt x="120650" y="45543"/>
                  <a:pt x="120650" y="50800"/>
                </a:cubicBezTo>
                <a:cubicBezTo>
                  <a:pt x="120650" y="56057"/>
                  <a:pt x="116382" y="60325"/>
                  <a:pt x="111125" y="60325"/>
                </a:cubicBezTo>
                <a:cubicBezTo>
                  <a:pt x="105868" y="60325"/>
                  <a:pt x="101600" y="56057"/>
                  <a:pt x="101600" y="50800"/>
                </a:cubicBezTo>
                <a:cubicBezTo>
                  <a:pt x="101600" y="45543"/>
                  <a:pt x="105868" y="41275"/>
                  <a:pt x="111125" y="41275"/>
                </a:cubicBezTo>
                <a:close/>
                <a:moveTo>
                  <a:pt x="133350" y="50800"/>
                </a:moveTo>
                <a:cubicBezTo>
                  <a:pt x="133350" y="45543"/>
                  <a:pt x="137618" y="41275"/>
                  <a:pt x="142875" y="41275"/>
                </a:cubicBezTo>
                <a:cubicBezTo>
                  <a:pt x="148132" y="41275"/>
                  <a:pt x="152400" y="45543"/>
                  <a:pt x="152400" y="50800"/>
                </a:cubicBezTo>
                <a:cubicBezTo>
                  <a:pt x="152400" y="56057"/>
                  <a:pt x="148132" y="60325"/>
                  <a:pt x="142875" y="60325"/>
                </a:cubicBezTo>
                <a:cubicBezTo>
                  <a:pt x="137618" y="60325"/>
                  <a:pt x="133350" y="56057"/>
                  <a:pt x="133350" y="50800"/>
                </a:cubicBezTo>
                <a:close/>
                <a:moveTo>
                  <a:pt x="25400" y="114300"/>
                </a:moveTo>
                <a:cubicBezTo>
                  <a:pt x="11390" y="114300"/>
                  <a:pt x="0" y="125690"/>
                  <a:pt x="0" y="1397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39700"/>
                </a:lnTo>
                <a:cubicBezTo>
                  <a:pt x="177800" y="125690"/>
                  <a:pt x="166410" y="114300"/>
                  <a:pt x="152400" y="114300"/>
                </a:cubicBezTo>
                <a:lnTo>
                  <a:pt x="25400" y="114300"/>
                </a:lnTo>
                <a:close/>
                <a:moveTo>
                  <a:pt x="111125" y="142875"/>
                </a:moveTo>
                <a:cubicBezTo>
                  <a:pt x="116382" y="142875"/>
                  <a:pt x="120650" y="147143"/>
                  <a:pt x="120650" y="152400"/>
                </a:cubicBezTo>
                <a:cubicBezTo>
                  <a:pt x="120650" y="157657"/>
                  <a:pt x="116382" y="161925"/>
                  <a:pt x="111125" y="161925"/>
                </a:cubicBezTo>
                <a:cubicBezTo>
                  <a:pt x="105868" y="161925"/>
                  <a:pt x="101600" y="157657"/>
                  <a:pt x="101600" y="152400"/>
                </a:cubicBezTo>
                <a:cubicBezTo>
                  <a:pt x="101600" y="147143"/>
                  <a:pt x="105868" y="142875"/>
                  <a:pt x="111125" y="142875"/>
                </a:cubicBezTo>
                <a:close/>
                <a:moveTo>
                  <a:pt x="133350" y="152400"/>
                </a:moveTo>
                <a:cubicBezTo>
                  <a:pt x="133350" y="147143"/>
                  <a:pt x="137618" y="142875"/>
                  <a:pt x="142875" y="142875"/>
                </a:cubicBezTo>
                <a:cubicBezTo>
                  <a:pt x="148132" y="142875"/>
                  <a:pt x="152400" y="147143"/>
                  <a:pt x="152400" y="152400"/>
                </a:cubicBezTo>
                <a:cubicBezTo>
                  <a:pt x="152400" y="157657"/>
                  <a:pt x="148132" y="161925"/>
                  <a:pt x="142875" y="161925"/>
                </a:cubicBezTo>
                <a:cubicBezTo>
                  <a:pt x="137618" y="161925"/>
                  <a:pt x="133350" y="157657"/>
                  <a:pt x="133350" y="15240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2" name="Text 9"/>
          <p:cNvSpPr/>
          <p:nvPr/>
        </p:nvSpPr>
        <p:spPr>
          <a:xfrm>
            <a:off x="1333500" y="2127250"/>
            <a:ext cx="349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Siemens S7-300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33500" y="2381250"/>
            <a:ext cx="347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Cœur du pilotage : cycle, sécurités, communication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4350" y="2927350"/>
            <a:ext cx="3657600" cy="1104900"/>
          </a:xfrm>
          <a:prstGeom prst="roundRect">
            <a:avLst>
              <a:gd name="adj" fmla="val 919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3100" y="3086100"/>
            <a:ext cx="341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Faible Couple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3100" y="33274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4 - 40 Nm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3100" y="3683000"/>
            <a:ext cx="341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Haute précision petite plage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37050" y="2927350"/>
            <a:ext cx="3657600" cy="1104900"/>
          </a:xfrm>
          <a:prstGeom prst="roundRect">
            <a:avLst>
              <a:gd name="adj" fmla="val 919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95800" y="3086100"/>
            <a:ext cx="341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Fort Couple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95800" y="33274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20 - 200 Nm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95800" y="3683000"/>
            <a:ext cx="341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Couples élevés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4350" y="4197350"/>
            <a:ext cx="7480300" cy="863600"/>
          </a:xfrm>
          <a:prstGeom prst="roundRect">
            <a:avLst>
              <a:gd name="adj" fmla="val 1176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3100" y="4356100"/>
            <a:ext cx="723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Vérin Électrique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73100" y="46482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Positionnement butée : 3 positions (AV, MIL, AR) avec fins de course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4350" y="5226050"/>
            <a:ext cx="3657600" cy="1066800"/>
          </a:xfrm>
          <a:prstGeom prst="roundRect">
            <a:avLst>
              <a:gd name="adj" fmla="val 952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1675" y="5397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3848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Alimentation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100" y="56261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230V Puissance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73100" y="58801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24V DC Commande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337050" y="5226050"/>
            <a:ext cx="3657600" cy="1066800"/>
          </a:xfrm>
          <a:prstGeom prst="roundRect">
            <a:avLst>
              <a:gd name="adj" fmla="val 952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14850" y="5397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66675"/>
                </a:moveTo>
                <a:lnTo>
                  <a:pt x="0" y="123825"/>
                </a:lnTo>
                <a:cubicBezTo>
                  <a:pt x="0" y="129094"/>
                  <a:pt x="4256" y="133350"/>
                  <a:pt x="9525" y="133350"/>
                </a:cubicBezTo>
                <a:lnTo>
                  <a:pt x="19050" y="133350"/>
                </a:lnTo>
                <a:lnTo>
                  <a:pt x="19050" y="102394"/>
                </a:lnTo>
                <a:cubicBezTo>
                  <a:pt x="19050" y="98435"/>
                  <a:pt x="22235" y="95250"/>
                  <a:pt x="26194" y="95250"/>
                </a:cubicBezTo>
                <a:cubicBezTo>
                  <a:pt x="30153" y="95250"/>
                  <a:pt x="33338" y="98435"/>
                  <a:pt x="33338" y="102394"/>
                </a:cubicBezTo>
                <a:lnTo>
                  <a:pt x="33338" y="133350"/>
                </a:lnTo>
                <a:lnTo>
                  <a:pt x="52388" y="133350"/>
                </a:lnTo>
                <a:lnTo>
                  <a:pt x="52388" y="102394"/>
                </a:lnTo>
                <a:cubicBezTo>
                  <a:pt x="52388" y="98435"/>
                  <a:pt x="55572" y="95250"/>
                  <a:pt x="59531" y="95250"/>
                </a:cubicBezTo>
                <a:cubicBezTo>
                  <a:pt x="63490" y="95250"/>
                  <a:pt x="66675" y="98435"/>
                  <a:pt x="66675" y="102394"/>
                </a:cubicBezTo>
                <a:lnTo>
                  <a:pt x="66675" y="133350"/>
                </a:lnTo>
                <a:lnTo>
                  <a:pt x="85725" y="133350"/>
                </a:lnTo>
                <a:lnTo>
                  <a:pt x="85725" y="102394"/>
                </a:lnTo>
                <a:cubicBezTo>
                  <a:pt x="85725" y="98435"/>
                  <a:pt x="88910" y="95250"/>
                  <a:pt x="92869" y="95250"/>
                </a:cubicBezTo>
                <a:cubicBezTo>
                  <a:pt x="96828" y="95250"/>
                  <a:pt x="100013" y="98435"/>
                  <a:pt x="100013" y="102394"/>
                </a:cubicBezTo>
                <a:lnTo>
                  <a:pt x="100013" y="133350"/>
                </a:lnTo>
                <a:lnTo>
                  <a:pt x="119062" y="133350"/>
                </a:lnTo>
                <a:lnTo>
                  <a:pt x="119062" y="102394"/>
                </a:lnTo>
                <a:cubicBezTo>
                  <a:pt x="119062" y="98435"/>
                  <a:pt x="122247" y="95250"/>
                  <a:pt x="126206" y="95250"/>
                </a:cubicBezTo>
                <a:cubicBezTo>
                  <a:pt x="130165" y="95250"/>
                  <a:pt x="133350" y="98435"/>
                  <a:pt x="133350" y="102394"/>
                </a:cubicBezTo>
                <a:lnTo>
                  <a:pt x="133350" y="133350"/>
                </a:ln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lnTo>
                  <a:pt x="152400" y="66675"/>
                </a:lnTo>
                <a:cubicBezTo>
                  <a:pt x="152400" y="61406"/>
                  <a:pt x="148144" y="57150"/>
                  <a:pt x="142875" y="57150"/>
                </a:cubicBezTo>
                <a:lnTo>
                  <a:pt x="133350" y="57150"/>
                </a:lnTo>
                <a:lnTo>
                  <a:pt x="133350" y="47625"/>
                </a:lnTo>
                <a:cubicBezTo>
                  <a:pt x="133350" y="42356"/>
                  <a:pt x="129094" y="38100"/>
                  <a:pt x="123825" y="38100"/>
                </a:cubicBezTo>
                <a:lnTo>
                  <a:pt x="114300" y="38100"/>
                </a:lnTo>
                <a:lnTo>
                  <a:pt x="114300" y="28575"/>
                </a:lnTo>
                <a:cubicBezTo>
                  <a:pt x="114300" y="23306"/>
                  <a:pt x="110044" y="19050"/>
                  <a:pt x="104775" y="19050"/>
                </a:cubicBezTo>
                <a:lnTo>
                  <a:pt x="47625" y="19050"/>
                </a:lnTo>
                <a:cubicBezTo>
                  <a:pt x="42356" y="19050"/>
                  <a:pt x="38100" y="23306"/>
                  <a:pt x="38100" y="28575"/>
                </a:cubicBezTo>
                <a:lnTo>
                  <a:pt x="38100" y="38100"/>
                </a:lnTo>
                <a:lnTo>
                  <a:pt x="28575" y="38100"/>
                </a:lnTo>
                <a:cubicBezTo>
                  <a:pt x="23306" y="38100"/>
                  <a:pt x="19050" y="42356"/>
                  <a:pt x="19050" y="47625"/>
                </a:cubicBezTo>
                <a:lnTo>
                  <a:pt x="19050" y="57150"/>
                </a:lnTo>
                <a:lnTo>
                  <a:pt x="9525" y="57150"/>
                </a:lnTo>
                <a:cubicBezTo>
                  <a:pt x="4256" y="57150"/>
                  <a:pt x="0" y="61406"/>
                  <a:pt x="0" y="66675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32" name="Text 29"/>
          <p:cNvSpPr/>
          <p:nvPr/>
        </p:nvSpPr>
        <p:spPr>
          <a:xfrm>
            <a:off x="4737100" y="53848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495800" y="56261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Ethernet TCP/IP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495800" y="5880100"/>
            <a:ext cx="341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Échange rapide données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14350" y="6457950"/>
            <a:ext cx="7480300" cy="1193800"/>
          </a:xfrm>
          <a:prstGeom prst="roundRect">
            <a:avLst>
              <a:gd name="adj" fmla="val 8511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3100" y="6616700"/>
            <a:ext cx="723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73100" y="6858000"/>
            <a:ext cx="495300" cy="292100"/>
          </a:xfrm>
          <a:prstGeom prst="roundRect">
            <a:avLst>
              <a:gd name="adj" fmla="val 17391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73100" y="6858000"/>
            <a:ext cx="571500" cy="2921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EC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275159" y="6858000"/>
            <a:ext cx="1816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Capot, AU, Présence, FDC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73100" y="7200900"/>
            <a:ext cx="711200" cy="292100"/>
          </a:xfrm>
          <a:prstGeom prst="roundRect">
            <a:avLst>
              <a:gd name="adj" fmla="val 17391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73100" y="7200900"/>
            <a:ext cx="787400" cy="2921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Analog.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485106" y="7200900"/>
            <a:ext cx="1473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Couplemètres 0-10V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269288" y="15113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86122" y="30559"/>
                </a:moveTo>
                <a:lnTo>
                  <a:pt x="113903" y="30559"/>
                </a:lnTo>
                <a:lnTo>
                  <a:pt x="113903" y="47228"/>
                </a:lnTo>
                <a:lnTo>
                  <a:pt x="86122" y="47228"/>
                </a:lnTo>
                <a:lnTo>
                  <a:pt x="86122" y="30559"/>
                </a:lnTo>
                <a:close/>
                <a:moveTo>
                  <a:pt x="83344" y="11112"/>
                </a:moveTo>
                <a:cubicBezTo>
                  <a:pt x="74141" y="11112"/>
                  <a:pt x="66675" y="18579"/>
                  <a:pt x="66675" y="27781"/>
                </a:cubicBezTo>
                <a:lnTo>
                  <a:pt x="66675" y="50006"/>
                </a:lnTo>
                <a:cubicBezTo>
                  <a:pt x="66675" y="59209"/>
                  <a:pt x="74141" y="66675"/>
                  <a:pt x="83344" y="66675"/>
                </a:cubicBezTo>
                <a:lnTo>
                  <a:pt x="88900" y="66675"/>
                </a:lnTo>
                <a:lnTo>
                  <a:pt x="88900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44450" y="100013"/>
                </a:lnTo>
                <a:lnTo>
                  <a:pt x="44450" y="111125"/>
                </a:lnTo>
                <a:lnTo>
                  <a:pt x="38894" y="111125"/>
                </a:lnTo>
                <a:cubicBezTo>
                  <a:pt x="29691" y="111125"/>
                  <a:pt x="22225" y="118591"/>
                  <a:pt x="22225" y="127794"/>
                </a:cubicBezTo>
                <a:lnTo>
                  <a:pt x="22225" y="150019"/>
                </a:lnTo>
                <a:cubicBezTo>
                  <a:pt x="22225" y="159221"/>
                  <a:pt x="29691" y="166688"/>
                  <a:pt x="38894" y="166688"/>
                </a:cubicBezTo>
                <a:lnTo>
                  <a:pt x="72231" y="166688"/>
                </a:lnTo>
                <a:cubicBezTo>
                  <a:pt x="81434" y="166688"/>
                  <a:pt x="88900" y="159221"/>
                  <a:pt x="88900" y="150019"/>
                </a:cubicBezTo>
                <a:lnTo>
                  <a:pt x="88900" y="127794"/>
                </a:lnTo>
                <a:cubicBezTo>
                  <a:pt x="88900" y="118591"/>
                  <a:pt x="81434" y="111125"/>
                  <a:pt x="72231" y="111125"/>
                </a:cubicBezTo>
                <a:lnTo>
                  <a:pt x="66675" y="111125"/>
                </a:lnTo>
                <a:lnTo>
                  <a:pt x="66675" y="100013"/>
                </a:lnTo>
                <a:lnTo>
                  <a:pt x="133350" y="100013"/>
                </a:lnTo>
                <a:lnTo>
                  <a:pt x="133350" y="111125"/>
                </a:lnTo>
                <a:lnTo>
                  <a:pt x="127794" y="111125"/>
                </a:lnTo>
                <a:cubicBezTo>
                  <a:pt x="118591" y="111125"/>
                  <a:pt x="111125" y="118591"/>
                  <a:pt x="111125" y="127794"/>
                </a:cubicBezTo>
                <a:lnTo>
                  <a:pt x="111125" y="150019"/>
                </a:lnTo>
                <a:cubicBezTo>
                  <a:pt x="111125" y="159221"/>
                  <a:pt x="118591" y="166688"/>
                  <a:pt x="127794" y="166688"/>
                </a:cubicBezTo>
                <a:lnTo>
                  <a:pt x="161131" y="166688"/>
                </a:lnTo>
                <a:cubicBezTo>
                  <a:pt x="170334" y="166688"/>
                  <a:pt x="177800" y="159221"/>
                  <a:pt x="177800" y="150019"/>
                </a:cubicBezTo>
                <a:lnTo>
                  <a:pt x="177800" y="127794"/>
                </a:lnTo>
                <a:cubicBezTo>
                  <a:pt x="177800" y="118591"/>
                  <a:pt x="170334" y="111125"/>
                  <a:pt x="161131" y="111125"/>
                </a:cubicBezTo>
                <a:lnTo>
                  <a:pt x="155575" y="111125"/>
                </a:lnTo>
                <a:lnTo>
                  <a:pt x="155575" y="100013"/>
                </a:lnTo>
                <a:lnTo>
                  <a:pt x="188913" y="100013"/>
                </a:lnTo>
                <a:cubicBezTo>
                  <a:pt x="195059" y="100013"/>
                  <a:pt x="200025" y="95047"/>
                  <a:pt x="200025" y="88900"/>
                </a:cubicBezTo>
                <a:cubicBezTo>
                  <a:pt x="200025" y="82753"/>
                  <a:pt x="195059" y="77788"/>
                  <a:pt x="188913" y="77788"/>
                </a:cubicBezTo>
                <a:lnTo>
                  <a:pt x="111125" y="77788"/>
                </a:lnTo>
                <a:lnTo>
                  <a:pt x="111125" y="66675"/>
                </a:lnTo>
                <a:lnTo>
                  <a:pt x="116681" y="66675"/>
                </a:lnTo>
                <a:cubicBezTo>
                  <a:pt x="125884" y="66675"/>
                  <a:pt x="133350" y="59209"/>
                  <a:pt x="133350" y="50006"/>
                </a:cubicBezTo>
                <a:lnTo>
                  <a:pt x="133350" y="27781"/>
                </a:lnTo>
                <a:cubicBezTo>
                  <a:pt x="133350" y="18579"/>
                  <a:pt x="125884" y="11112"/>
                  <a:pt x="116681" y="11112"/>
                </a:cubicBezTo>
                <a:lnTo>
                  <a:pt x="83344" y="11112"/>
                </a:lnTo>
                <a:close/>
                <a:moveTo>
                  <a:pt x="155575" y="130572"/>
                </a:moveTo>
                <a:lnTo>
                  <a:pt x="158353" y="130572"/>
                </a:lnTo>
                <a:lnTo>
                  <a:pt x="158353" y="147241"/>
                </a:lnTo>
                <a:lnTo>
                  <a:pt x="130572" y="147241"/>
                </a:lnTo>
                <a:lnTo>
                  <a:pt x="130572" y="130572"/>
                </a:lnTo>
                <a:lnTo>
                  <a:pt x="155575" y="130572"/>
                </a:lnTo>
                <a:close/>
                <a:moveTo>
                  <a:pt x="66675" y="130572"/>
                </a:moveTo>
                <a:lnTo>
                  <a:pt x="69453" y="130572"/>
                </a:lnTo>
                <a:lnTo>
                  <a:pt x="69453" y="147241"/>
                </a:lnTo>
                <a:lnTo>
                  <a:pt x="41672" y="147241"/>
                </a:lnTo>
                <a:lnTo>
                  <a:pt x="41672" y="130572"/>
                </a:lnTo>
                <a:lnTo>
                  <a:pt x="66675" y="130572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44" name="Text 41"/>
          <p:cNvSpPr/>
          <p:nvPr/>
        </p:nvSpPr>
        <p:spPr>
          <a:xfrm>
            <a:off x="8585200" y="14732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Communication PC ↔ API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61350" y="1936750"/>
            <a:ext cx="7480300" cy="4368800"/>
          </a:xfrm>
          <a:prstGeom prst="roundRect">
            <a:avLst>
              <a:gd name="adj" fmla="val 2326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477250" y="2152650"/>
            <a:ext cx="7048500" cy="1257300"/>
          </a:xfrm>
          <a:prstGeom prst="roundRect">
            <a:avLst>
              <a:gd name="adj" fmla="val 8081"/>
            </a:avLst>
          </a:prstGeom>
          <a:solidFill>
            <a:srgbClr val="1C398E">
              <a:alpha val="30196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636000" y="2311400"/>
            <a:ext cx="406400" cy="406400"/>
          </a:xfrm>
          <a:prstGeom prst="roundRect">
            <a:avLst>
              <a:gd name="adj" fmla="val 125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8737600" y="2413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39700"/>
                </a:lnTo>
                <a:cubicBezTo>
                  <a:pt x="0" y="153710"/>
                  <a:pt x="11390" y="165100"/>
                  <a:pt x="25400" y="165100"/>
                </a:cubicBezTo>
                <a:lnTo>
                  <a:pt x="82550" y="165100"/>
                </a:lnTo>
                <a:lnTo>
                  <a:pt x="76200" y="184150"/>
                </a:lnTo>
                <a:lnTo>
                  <a:pt x="47625" y="184150"/>
                </a:lnTo>
                <a:cubicBezTo>
                  <a:pt x="42347" y="184150"/>
                  <a:pt x="38100" y="188397"/>
                  <a:pt x="38100" y="193675"/>
                </a:cubicBezTo>
                <a:cubicBezTo>
                  <a:pt x="38100" y="198953"/>
                  <a:pt x="42347" y="203200"/>
                  <a:pt x="47625" y="203200"/>
                </a:cubicBezTo>
                <a:lnTo>
                  <a:pt x="155575" y="203200"/>
                </a:lnTo>
                <a:cubicBezTo>
                  <a:pt x="160853" y="203200"/>
                  <a:pt x="165100" y="198953"/>
                  <a:pt x="165100" y="193675"/>
                </a:cubicBezTo>
                <a:cubicBezTo>
                  <a:pt x="165100" y="188397"/>
                  <a:pt x="160853" y="184150"/>
                  <a:pt x="155575" y="184150"/>
                </a:cubicBezTo>
                <a:lnTo>
                  <a:pt x="127000" y="184150"/>
                </a:lnTo>
                <a:lnTo>
                  <a:pt x="120650" y="165100"/>
                </a:lnTo>
                <a:lnTo>
                  <a:pt x="177800" y="165100"/>
                </a:lnTo>
                <a:cubicBezTo>
                  <a:pt x="191810" y="165100"/>
                  <a:pt x="203200" y="153710"/>
                  <a:pt x="203200" y="139700"/>
                </a:cubicBezTo>
                <a:lnTo>
                  <a:pt x="203200" y="38100"/>
                </a:lnTo>
                <a:cubicBezTo>
                  <a:pt x="203200" y="24090"/>
                  <a:pt x="191810" y="12700"/>
                  <a:pt x="177800" y="12700"/>
                </a:cubicBezTo>
                <a:lnTo>
                  <a:pt x="25400" y="12700"/>
                </a:lnTo>
                <a:close/>
                <a:moveTo>
                  <a:pt x="38100" y="38100"/>
                </a:move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14300"/>
                </a:lnTo>
                <a:cubicBezTo>
                  <a:pt x="177800" y="121325"/>
                  <a:pt x="172125" y="127000"/>
                  <a:pt x="165100" y="127000"/>
                </a:cubicBezTo>
                <a:lnTo>
                  <a:pt x="38100" y="127000"/>
                </a:lnTo>
                <a:cubicBezTo>
                  <a:pt x="31075" y="127000"/>
                  <a:pt x="25400" y="121325"/>
                  <a:pt x="25400" y="114300"/>
                </a:cubicBezTo>
                <a:lnTo>
                  <a:pt x="25400" y="50800"/>
                </a:lnTo>
                <a:cubicBezTo>
                  <a:pt x="25400" y="43775"/>
                  <a:pt x="31075" y="38100"/>
                  <a:pt x="38100" y="3810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49" name="Text 46"/>
          <p:cNvSpPr/>
          <p:nvPr/>
        </p:nvSpPr>
        <p:spPr>
          <a:xfrm>
            <a:off x="9194800" y="23876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 Supervision </a:t>
            </a:r>
            <a:pPr>
              <a:lnSpc>
                <a:spcPct val="120000"/>
              </a:lnSpc>
            </a:pPr>
            <a:r>
              <a:rPr lang="en-US" sz="1200" b="1" dirty="0">
                <a:solidFill>
                  <a:srgbClr val="51A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(MAÎTRE)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664575" y="2832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7146" y="10984"/>
                </a:moveTo>
                <a:cubicBezTo>
                  <a:pt x="23455" y="8959"/>
                  <a:pt x="18990" y="9049"/>
                  <a:pt x="15359" y="11192"/>
                </a:cubicBezTo>
                <a:cubicBezTo>
                  <a:pt x="11728" y="13335"/>
                  <a:pt x="9525" y="17234"/>
                  <a:pt x="9525" y="21431"/>
                </a:cubicBezTo>
                <a:lnTo>
                  <a:pt x="9525" y="130969"/>
                </a:lnTo>
                <a:cubicBezTo>
                  <a:pt x="9525" y="135166"/>
                  <a:pt x="11757" y="139065"/>
                  <a:pt x="15359" y="141208"/>
                </a:cubicBezTo>
                <a:cubicBezTo>
                  <a:pt x="18961" y="143351"/>
                  <a:pt x="23455" y="143441"/>
                  <a:pt x="27146" y="141416"/>
                </a:cubicBezTo>
                <a:lnTo>
                  <a:pt x="127159" y="86648"/>
                </a:lnTo>
                <a:cubicBezTo>
                  <a:pt x="130969" y="84564"/>
                  <a:pt x="133350" y="80546"/>
                  <a:pt x="133350" y="76200"/>
                </a:cubicBezTo>
                <a:cubicBezTo>
                  <a:pt x="133350" y="71854"/>
                  <a:pt x="130969" y="67836"/>
                  <a:pt x="127159" y="65752"/>
                </a:cubicBezTo>
                <a:lnTo>
                  <a:pt x="27146" y="10984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1" name="Text 48"/>
          <p:cNvSpPr/>
          <p:nvPr/>
        </p:nvSpPr>
        <p:spPr>
          <a:xfrm>
            <a:off x="8877300" y="28194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Lancer cycles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2036425" y="2832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3" name="Text 50"/>
          <p:cNvSpPr/>
          <p:nvPr/>
        </p:nvSpPr>
        <p:spPr>
          <a:xfrm>
            <a:off x="12268200" y="28194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Visualiser mesures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674100" y="3073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5" name="Text 52"/>
          <p:cNvSpPr/>
          <p:nvPr/>
        </p:nvSpPr>
        <p:spPr>
          <a:xfrm>
            <a:off x="8877300" y="30607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Générer rapports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2026900" y="3073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7" name="Text 54"/>
          <p:cNvSpPr/>
          <p:nvPr/>
        </p:nvSpPr>
        <p:spPr>
          <a:xfrm>
            <a:off x="12268200" y="30607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Envoyer consignes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1459170" y="37846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Ethernet TCP/IP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0554891" y="4025900"/>
            <a:ext cx="85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1A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← Données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11434763" y="4108450"/>
            <a:ext cx="1016000" cy="254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2B7FFF"/>
              </a:gs>
              <a:gs pos="100000">
                <a:srgbClr val="FF6900"/>
              </a:gs>
            </a:gsLst>
            <a:lin ang="0" scaled="1"/>
          </a:gradFill>
          <a:ln/>
        </p:spPr>
      </p:sp>
      <p:sp>
        <p:nvSpPr>
          <p:cNvPr id="61" name="Text 58"/>
          <p:cNvSpPr/>
          <p:nvPr/>
        </p:nvSpPr>
        <p:spPr>
          <a:xfrm>
            <a:off x="12552363" y="4025900"/>
            <a:ext cx="97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Consignes →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0720983" y="4267200"/>
            <a:ext cx="264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Protocole Siemens S7 Communication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477250" y="4832350"/>
            <a:ext cx="7048500" cy="1257300"/>
          </a:xfrm>
          <a:prstGeom prst="roundRect">
            <a:avLst>
              <a:gd name="adj" fmla="val 8081"/>
            </a:avLst>
          </a:prstGeom>
          <a:solidFill>
            <a:srgbClr val="7E2A0C">
              <a:alpha val="30196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636000" y="4991100"/>
            <a:ext cx="406400" cy="406400"/>
          </a:xfrm>
          <a:prstGeom prst="roundRect">
            <a:avLst>
              <a:gd name="adj" fmla="val 125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737600" y="5092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9850" y="9525"/>
                </a:moveTo>
                <a:cubicBezTo>
                  <a:pt x="69850" y="4247"/>
                  <a:pt x="65603" y="0"/>
                  <a:pt x="60325" y="0"/>
                </a:cubicBezTo>
                <a:cubicBezTo>
                  <a:pt x="55047" y="0"/>
                  <a:pt x="50800" y="4247"/>
                  <a:pt x="50800" y="9525"/>
                </a:cubicBezTo>
                <a:lnTo>
                  <a:pt x="50800" y="25400"/>
                </a:lnTo>
                <a:cubicBezTo>
                  <a:pt x="36790" y="25400"/>
                  <a:pt x="25400" y="36790"/>
                  <a:pt x="25400" y="50800"/>
                </a:cubicBezTo>
                <a:lnTo>
                  <a:pt x="9525" y="50800"/>
                </a:lnTo>
                <a:cubicBezTo>
                  <a:pt x="4247" y="50800"/>
                  <a:pt x="0" y="55047"/>
                  <a:pt x="0" y="60325"/>
                </a:cubicBezTo>
                <a:cubicBezTo>
                  <a:pt x="0" y="65603"/>
                  <a:pt x="4247" y="69850"/>
                  <a:pt x="9525" y="69850"/>
                </a:cubicBezTo>
                <a:lnTo>
                  <a:pt x="25400" y="69850"/>
                </a:lnTo>
                <a:lnTo>
                  <a:pt x="25400" y="92075"/>
                </a:lnTo>
                <a:lnTo>
                  <a:pt x="9525" y="92075"/>
                </a:lnTo>
                <a:cubicBezTo>
                  <a:pt x="4247" y="92075"/>
                  <a:pt x="0" y="96322"/>
                  <a:pt x="0" y="101600"/>
                </a:cubicBezTo>
                <a:cubicBezTo>
                  <a:pt x="0" y="106878"/>
                  <a:pt x="4247" y="111125"/>
                  <a:pt x="9525" y="111125"/>
                </a:cubicBezTo>
                <a:lnTo>
                  <a:pt x="25400" y="111125"/>
                </a:lnTo>
                <a:lnTo>
                  <a:pt x="25400" y="133350"/>
                </a:lnTo>
                <a:lnTo>
                  <a:pt x="9525" y="133350"/>
                </a:lnTo>
                <a:cubicBezTo>
                  <a:pt x="4247" y="133350"/>
                  <a:pt x="0" y="137597"/>
                  <a:pt x="0" y="142875"/>
                </a:cubicBezTo>
                <a:cubicBezTo>
                  <a:pt x="0" y="148153"/>
                  <a:pt x="4247" y="152400"/>
                  <a:pt x="9525" y="152400"/>
                </a:cubicBezTo>
                <a:lnTo>
                  <a:pt x="25400" y="152400"/>
                </a:lnTo>
                <a:cubicBezTo>
                  <a:pt x="25400" y="166410"/>
                  <a:pt x="36790" y="177800"/>
                  <a:pt x="50800" y="177800"/>
                </a:cubicBezTo>
                <a:lnTo>
                  <a:pt x="50800" y="193675"/>
                </a:lnTo>
                <a:cubicBezTo>
                  <a:pt x="50800" y="198953"/>
                  <a:pt x="55047" y="203200"/>
                  <a:pt x="60325" y="203200"/>
                </a:cubicBezTo>
                <a:cubicBezTo>
                  <a:pt x="65603" y="203200"/>
                  <a:pt x="69850" y="198953"/>
                  <a:pt x="69850" y="193675"/>
                </a:cubicBezTo>
                <a:lnTo>
                  <a:pt x="69850" y="177800"/>
                </a:lnTo>
                <a:lnTo>
                  <a:pt x="92075" y="177800"/>
                </a:lnTo>
                <a:lnTo>
                  <a:pt x="92075" y="193675"/>
                </a:lnTo>
                <a:cubicBezTo>
                  <a:pt x="92075" y="198953"/>
                  <a:pt x="96322" y="203200"/>
                  <a:pt x="101600" y="203200"/>
                </a:cubicBezTo>
                <a:cubicBezTo>
                  <a:pt x="106878" y="203200"/>
                  <a:pt x="111125" y="198953"/>
                  <a:pt x="111125" y="193675"/>
                </a:cubicBezTo>
                <a:lnTo>
                  <a:pt x="111125" y="177800"/>
                </a:lnTo>
                <a:lnTo>
                  <a:pt x="133350" y="177800"/>
                </a:lnTo>
                <a:lnTo>
                  <a:pt x="133350" y="193675"/>
                </a:lnTo>
                <a:cubicBezTo>
                  <a:pt x="133350" y="198953"/>
                  <a:pt x="137597" y="203200"/>
                  <a:pt x="142875" y="203200"/>
                </a:cubicBezTo>
                <a:cubicBezTo>
                  <a:pt x="148153" y="203200"/>
                  <a:pt x="152400" y="198953"/>
                  <a:pt x="152400" y="193675"/>
                </a:cubicBezTo>
                <a:lnTo>
                  <a:pt x="152400" y="177800"/>
                </a:lnTo>
                <a:cubicBezTo>
                  <a:pt x="166410" y="177800"/>
                  <a:pt x="177800" y="166410"/>
                  <a:pt x="177800" y="152400"/>
                </a:cubicBezTo>
                <a:lnTo>
                  <a:pt x="193675" y="152400"/>
                </a:lnTo>
                <a:cubicBezTo>
                  <a:pt x="198953" y="152400"/>
                  <a:pt x="203200" y="148153"/>
                  <a:pt x="203200" y="142875"/>
                </a:cubicBezTo>
                <a:cubicBezTo>
                  <a:pt x="203200" y="137597"/>
                  <a:pt x="198953" y="133350"/>
                  <a:pt x="193675" y="133350"/>
                </a:cubicBezTo>
                <a:lnTo>
                  <a:pt x="177800" y="133350"/>
                </a:lnTo>
                <a:lnTo>
                  <a:pt x="177800" y="111125"/>
                </a:lnTo>
                <a:lnTo>
                  <a:pt x="193675" y="111125"/>
                </a:lnTo>
                <a:cubicBezTo>
                  <a:pt x="198953" y="111125"/>
                  <a:pt x="203200" y="106878"/>
                  <a:pt x="203200" y="101600"/>
                </a:cubicBezTo>
                <a:cubicBezTo>
                  <a:pt x="203200" y="96322"/>
                  <a:pt x="198953" y="92075"/>
                  <a:pt x="193675" y="92075"/>
                </a:cubicBezTo>
                <a:lnTo>
                  <a:pt x="177800" y="92075"/>
                </a:lnTo>
                <a:lnTo>
                  <a:pt x="177800" y="69850"/>
                </a:lnTo>
                <a:lnTo>
                  <a:pt x="193675" y="69850"/>
                </a:lnTo>
                <a:cubicBezTo>
                  <a:pt x="198953" y="69850"/>
                  <a:pt x="203200" y="65603"/>
                  <a:pt x="203200" y="60325"/>
                </a:cubicBezTo>
                <a:cubicBezTo>
                  <a:pt x="203200" y="55047"/>
                  <a:pt x="198953" y="50800"/>
                  <a:pt x="193675" y="50800"/>
                </a:cubicBez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52400" y="9525"/>
                </a:lnTo>
                <a:cubicBezTo>
                  <a:pt x="152400" y="4247"/>
                  <a:pt x="148153" y="0"/>
                  <a:pt x="142875" y="0"/>
                </a:cubicBezTo>
                <a:cubicBezTo>
                  <a:pt x="137597" y="0"/>
                  <a:pt x="133350" y="4247"/>
                  <a:pt x="133350" y="9525"/>
                </a:cubicBezTo>
                <a:lnTo>
                  <a:pt x="133350" y="25400"/>
                </a:lnTo>
                <a:lnTo>
                  <a:pt x="111125" y="25400"/>
                </a:lnTo>
                <a:lnTo>
                  <a:pt x="111125" y="9525"/>
                </a:lnTo>
                <a:cubicBezTo>
                  <a:pt x="111125" y="4247"/>
                  <a:pt x="106878" y="0"/>
                  <a:pt x="101600" y="0"/>
                </a:cubicBezTo>
                <a:cubicBezTo>
                  <a:pt x="96322" y="0"/>
                  <a:pt x="92075" y="4247"/>
                  <a:pt x="92075" y="9525"/>
                </a:cubicBezTo>
                <a:lnTo>
                  <a:pt x="92075" y="25400"/>
                </a:lnTo>
                <a:lnTo>
                  <a:pt x="69850" y="25400"/>
                </a:lnTo>
                <a:lnTo>
                  <a:pt x="69850" y="9525"/>
                </a:lnTo>
                <a:close/>
                <a:moveTo>
                  <a:pt x="63500" y="50800"/>
                </a:moveTo>
                <a:lnTo>
                  <a:pt x="139700" y="50800"/>
                </a:lnTo>
                <a:cubicBezTo>
                  <a:pt x="146725" y="50800"/>
                  <a:pt x="152400" y="56475"/>
                  <a:pt x="152400" y="63500"/>
                </a:cubicBezTo>
                <a:lnTo>
                  <a:pt x="152400" y="139700"/>
                </a:lnTo>
                <a:cubicBezTo>
                  <a:pt x="152400" y="146725"/>
                  <a:pt x="146725" y="152400"/>
                  <a:pt x="139700" y="152400"/>
                </a:cubicBezTo>
                <a:lnTo>
                  <a:pt x="63500" y="152400"/>
                </a:lnTo>
                <a:cubicBezTo>
                  <a:pt x="56475" y="152400"/>
                  <a:pt x="50800" y="146725"/>
                  <a:pt x="50800" y="139700"/>
                </a:cubicBezTo>
                <a:lnTo>
                  <a:pt x="50800" y="63500"/>
                </a:lnTo>
                <a:cubicBezTo>
                  <a:pt x="50800" y="56475"/>
                  <a:pt x="56475" y="50800"/>
                  <a:pt x="63500" y="50800"/>
                </a:cubicBezTo>
                <a:close/>
                <a:moveTo>
                  <a:pt x="69850" y="69850"/>
                </a:moveTo>
                <a:lnTo>
                  <a:pt x="69850" y="133350"/>
                </a:lnTo>
                <a:lnTo>
                  <a:pt x="133350" y="133350"/>
                </a:lnTo>
                <a:lnTo>
                  <a:pt x="133350" y="69850"/>
                </a:lnTo>
                <a:lnTo>
                  <a:pt x="69850" y="69850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66" name="Text 63"/>
          <p:cNvSpPr/>
          <p:nvPr/>
        </p:nvSpPr>
        <p:spPr>
          <a:xfrm>
            <a:off x="9194800" y="50673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S7-300 </a:t>
            </a:r>
            <a:pPr>
              <a:lnSpc>
                <a:spcPct val="120000"/>
              </a:lnSpc>
            </a:pPr>
            <a:r>
              <a:rPr lang="en-US" sz="120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(ESCLAVE)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8655050" y="551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68" name="Text 65"/>
          <p:cNvSpPr/>
          <p:nvPr/>
        </p:nvSpPr>
        <p:spPr>
          <a:xfrm>
            <a:off x="8877300" y="54991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Piloter actionneurs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12045950" y="551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0" name="Text 67"/>
          <p:cNvSpPr/>
          <p:nvPr/>
        </p:nvSpPr>
        <p:spPr>
          <a:xfrm>
            <a:off x="12268200" y="54991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Gérer sécurités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8655050" y="5753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2" name="Text 69"/>
          <p:cNvSpPr/>
          <p:nvPr/>
        </p:nvSpPr>
        <p:spPr>
          <a:xfrm>
            <a:off x="8877300" y="57404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Acquisition capteurs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12045950" y="5753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4" name="Text 71"/>
          <p:cNvSpPr/>
          <p:nvPr/>
        </p:nvSpPr>
        <p:spPr>
          <a:xfrm>
            <a:off x="12268200" y="57404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Traiter données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8261350" y="6470650"/>
            <a:ext cx="7480300" cy="1816100"/>
          </a:xfrm>
          <a:prstGeom prst="roundRect">
            <a:avLst>
              <a:gd name="adj" fmla="val 559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420100" y="6629400"/>
            <a:ext cx="723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Détail des Échanges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8420100" y="6921500"/>
            <a:ext cx="3530600" cy="1206500"/>
          </a:xfrm>
          <a:prstGeom prst="roundRect">
            <a:avLst>
              <a:gd name="adj" fmla="val 4211"/>
            </a:avLst>
          </a:prstGeom>
          <a:solidFill>
            <a:srgbClr val="2B7FFF">
              <a:alpha val="10196"/>
            </a:srgbClr>
          </a:solidFill>
          <a:ln/>
        </p:spPr>
      </p:sp>
      <p:sp>
        <p:nvSpPr>
          <p:cNvPr id="78" name="Text 75"/>
          <p:cNvSpPr/>
          <p:nvPr/>
        </p:nvSpPr>
        <p:spPr>
          <a:xfrm>
            <a:off x="8521700" y="70231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51A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 → API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8521700" y="72644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Programme (Vérif/Calib)</a:t>
            </a:r>
            <a:endParaRPr lang="en-US" sz="1600" dirty="0"/>
          </a:p>
        </p:txBody>
      </p:sp>
      <p:sp>
        <p:nvSpPr>
          <p:cNvPr id="80" name="Text 77"/>
          <p:cNvSpPr/>
          <p:nvPr/>
        </p:nvSpPr>
        <p:spPr>
          <a:xfrm>
            <a:off x="8521700" y="74549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Plage de couple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8521700" y="76454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Paramètres ISO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8521700" y="78359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Lancement cycle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12052300" y="6921500"/>
            <a:ext cx="3530600" cy="1206500"/>
          </a:xfrm>
          <a:prstGeom prst="roundRect">
            <a:avLst>
              <a:gd name="adj" fmla="val 4211"/>
            </a:avLst>
          </a:prstGeom>
          <a:solidFill>
            <a:srgbClr val="FF6900">
              <a:alpha val="10196"/>
            </a:srgbClr>
          </a:solidFill>
          <a:ln/>
        </p:spPr>
      </p:sp>
      <p:sp>
        <p:nvSpPr>
          <p:cNvPr id="84" name="Text 81"/>
          <p:cNvSpPr/>
          <p:nvPr/>
        </p:nvSpPr>
        <p:spPr>
          <a:xfrm>
            <a:off x="12153900" y="70231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→ PC</a:t>
            </a:r>
            <a:endParaRPr lang="en-US" sz="1600" dirty="0"/>
          </a:p>
        </p:txBody>
      </p:sp>
      <p:sp>
        <p:nvSpPr>
          <p:cNvPr id="85" name="Text 82"/>
          <p:cNvSpPr/>
          <p:nvPr/>
        </p:nvSpPr>
        <p:spPr>
          <a:xfrm>
            <a:off x="12153900" y="72644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Mesures couple (Nm)</a:t>
            </a:r>
            <a:endParaRPr lang="en-US" sz="1600" dirty="0"/>
          </a:p>
        </p:txBody>
      </p:sp>
      <p:sp>
        <p:nvSpPr>
          <p:cNvPr id="86" name="Text 83"/>
          <p:cNvSpPr/>
          <p:nvPr/>
        </p:nvSpPr>
        <p:spPr>
          <a:xfrm>
            <a:off x="12153900" y="74549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États du cycle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12153900" y="76454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Résultats ISO</a:t>
            </a:r>
            <a:endParaRPr lang="en-US" sz="1600" dirty="0"/>
          </a:p>
        </p:txBody>
      </p:sp>
      <p:sp>
        <p:nvSpPr>
          <p:cNvPr id="88" name="Text 85"/>
          <p:cNvSpPr/>
          <p:nvPr/>
        </p:nvSpPr>
        <p:spPr>
          <a:xfrm>
            <a:off x="12153900" y="78359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Messages d'erreur</a:t>
            </a:r>
            <a:endParaRPr lang="en-US" sz="1600" dirty="0"/>
          </a:p>
        </p:txBody>
      </p:sp>
      <p:sp>
        <p:nvSpPr>
          <p:cNvPr id="89" name="Shape 86"/>
          <p:cNvSpPr/>
          <p:nvPr/>
        </p:nvSpPr>
        <p:spPr>
          <a:xfrm>
            <a:off x="10214967" y="8458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90" name="Text 87"/>
          <p:cNvSpPr/>
          <p:nvPr/>
        </p:nvSpPr>
        <p:spPr>
          <a:xfrm>
            <a:off x="8458200" y="8445500"/>
            <a:ext cx="732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Logiciel : Siemens TIA Portal / STEP 7 Professional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0F0F"/>
              </a:gs>
              <a:gs pos="50000">
                <a:srgbClr val="1F1F2F"/>
              </a:gs>
              <a:gs pos="100000">
                <a:srgbClr val="1A1A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18770660439-4636190af475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0000"/>
                </a:srgbClr>
              </a:gs>
              <a:gs pos="100000">
                <a:srgbClr val="000000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 Analyse Fonctionnelle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Décomposition Fonctionnelle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581150"/>
            <a:ext cx="15227300" cy="1460500"/>
          </a:xfrm>
          <a:prstGeom prst="roundRect">
            <a:avLst>
              <a:gd name="adj" fmla="val 1043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4700" y="1841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27100" y="1993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7800" y="101600"/>
                </a:moveTo>
                <a:cubicBezTo>
                  <a:pt x="177800" y="59544"/>
                  <a:pt x="143656" y="25400"/>
                  <a:pt x="101600" y="25400"/>
                </a:cubicBezTo>
                <a:cubicBezTo>
                  <a:pt x="59544" y="25400"/>
                  <a:pt x="25400" y="59544"/>
                  <a:pt x="25400" y="101600"/>
                </a:cubicBezTo>
                <a:cubicBezTo>
                  <a:pt x="25400" y="143656"/>
                  <a:pt x="59544" y="177800"/>
                  <a:pt x="101600" y="177800"/>
                </a:cubicBezTo>
                <a:cubicBezTo>
                  <a:pt x="143656" y="177800"/>
                  <a:pt x="177800" y="143656"/>
                  <a:pt x="177800" y="101600"/>
                </a:cubicBezTo>
                <a:close/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01600" y="133350"/>
                </a:moveTo>
                <a:cubicBezTo>
                  <a:pt x="119123" y="133350"/>
                  <a:pt x="133350" y="119123"/>
                  <a:pt x="133350" y="101600"/>
                </a:cubicBezTo>
                <a:cubicBezTo>
                  <a:pt x="133350" y="84077"/>
                  <a:pt x="119123" y="69850"/>
                  <a:pt x="101600" y="69850"/>
                </a:cubicBezTo>
                <a:cubicBezTo>
                  <a:pt x="84077" y="69850"/>
                  <a:pt x="69850" y="84077"/>
                  <a:pt x="69850" y="101600"/>
                </a:cubicBezTo>
                <a:cubicBezTo>
                  <a:pt x="69850" y="119123"/>
                  <a:pt x="84077" y="133350"/>
                  <a:pt x="101600" y="133350"/>
                </a:cubicBezTo>
                <a:close/>
                <a:moveTo>
                  <a:pt x="101600" y="44450"/>
                </a:moveTo>
                <a:cubicBezTo>
                  <a:pt x="133142" y="44450"/>
                  <a:pt x="158750" y="70058"/>
                  <a:pt x="158750" y="101600"/>
                </a:cubicBezTo>
                <a:cubicBezTo>
                  <a:pt x="158750" y="133142"/>
                  <a:pt x="133142" y="158750"/>
                  <a:pt x="101600" y="158750"/>
                </a:cubicBezTo>
                <a:cubicBezTo>
                  <a:pt x="70058" y="158750"/>
                  <a:pt x="44450" y="133142"/>
                  <a:pt x="44450" y="101600"/>
                </a:cubicBezTo>
                <a:cubicBezTo>
                  <a:pt x="44450" y="70058"/>
                  <a:pt x="70058" y="44450"/>
                  <a:pt x="101600" y="44450"/>
                </a:cubicBezTo>
                <a:close/>
                <a:moveTo>
                  <a:pt x="88900" y="101600"/>
                </a:moveTo>
                <a:cubicBezTo>
                  <a:pt x="88900" y="94591"/>
                  <a:pt x="94591" y="88900"/>
                  <a:pt x="101600" y="88900"/>
                </a:cubicBezTo>
                <a:cubicBezTo>
                  <a:pt x="108609" y="88900"/>
                  <a:pt x="114300" y="94591"/>
                  <a:pt x="114300" y="101600"/>
                </a:cubicBezTo>
                <a:cubicBezTo>
                  <a:pt x="114300" y="108609"/>
                  <a:pt x="108609" y="114300"/>
                  <a:pt x="101600" y="114300"/>
                </a:cubicBezTo>
                <a:cubicBezTo>
                  <a:pt x="94591" y="114300"/>
                  <a:pt x="88900" y="108609"/>
                  <a:pt x="88900" y="10160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0" name="Text 7"/>
          <p:cNvSpPr/>
          <p:nvPr/>
        </p:nvSpPr>
        <p:spPr>
          <a:xfrm>
            <a:off x="1435100" y="1917700"/>
            <a:ext cx="191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 Globale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4700" y="2501900"/>
            <a:ext cx="1479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Assurer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automatiquement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 vérification et la calibration des clés dynamométriques Mt Alpha V1+, dans des conditions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sécurisées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conformes à la norme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6789-1:2017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4350" y="3308350"/>
            <a:ext cx="4902200" cy="5321300"/>
          </a:xfrm>
          <a:prstGeom prst="roundRect">
            <a:avLst>
              <a:gd name="adj" fmla="val 310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8188" y="35560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7479" y="-6563"/>
                </a:moveTo>
                <a:cubicBezTo>
                  <a:pt x="106055" y="-9341"/>
                  <a:pt x="103173" y="-11112"/>
                  <a:pt x="100047" y="-11112"/>
                </a:cubicBezTo>
                <a:cubicBezTo>
                  <a:pt x="96922" y="-11112"/>
                  <a:pt x="94040" y="-9341"/>
                  <a:pt x="92616" y="-6563"/>
                </a:cubicBezTo>
                <a:lnTo>
                  <a:pt x="67057" y="43512"/>
                </a:lnTo>
                <a:lnTo>
                  <a:pt x="11529" y="52333"/>
                </a:lnTo>
                <a:cubicBezTo>
                  <a:pt x="8439" y="52819"/>
                  <a:pt x="5869" y="55007"/>
                  <a:pt x="4896" y="57993"/>
                </a:cubicBezTo>
                <a:cubicBezTo>
                  <a:pt x="3924" y="60980"/>
                  <a:pt x="4723" y="64244"/>
                  <a:pt x="6911" y="66467"/>
                </a:cubicBezTo>
                <a:lnTo>
                  <a:pt x="46638" y="106229"/>
                </a:lnTo>
                <a:lnTo>
                  <a:pt x="37887" y="161756"/>
                </a:lnTo>
                <a:cubicBezTo>
                  <a:pt x="37401" y="164847"/>
                  <a:pt x="38685" y="167972"/>
                  <a:pt x="41220" y="169813"/>
                </a:cubicBezTo>
                <a:cubicBezTo>
                  <a:pt x="43755" y="171653"/>
                  <a:pt x="47089" y="171931"/>
                  <a:pt x="49902" y="170507"/>
                </a:cubicBezTo>
                <a:lnTo>
                  <a:pt x="100047" y="145018"/>
                </a:lnTo>
                <a:lnTo>
                  <a:pt x="150158" y="170507"/>
                </a:lnTo>
                <a:cubicBezTo>
                  <a:pt x="152936" y="171931"/>
                  <a:pt x="156304" y="171653"/>
                  <a:pt x="158839" y="169813"/>
                </a:cubicBezTo>
                <a:cubicBezTo>
                  <a:pt x="161374" y="167972"/>
                  <a:pt x="162659" y="164882"/>
                  <a:pt x="162173" y="161756"/>
                </a:cubicBezTo>
                <a:lnTo>
                  <a:pt x="153387" y="106229"/>
                </a:lnTo>
                <a:lnTo>
                  <a:pt x="193114" y="66467"/>
                </a:lnTo>
                <a:cubicBezTo>
                  <a:pt x="195337" y="64244"/>
                  <a:pt x="196101" y="60980"/>
                  <a:pt x="195129" y="57993"/>
                </a:cubicBezTo>
                <a:cubicBezTo>
                  <a:pt x="194156" y="55007"/>
                  <a:pt x="191621" y="52819"/>
                  <a:pt x="188496" y="52333"/>
                </a:cubicBezTo>
                <a:lnTo>
                  <a:pt x="133003" y="43512"/>
                </a:lnTo>
                <a:lnTo>
                  <a:pt x="107479" y="-6563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1054100" y="35179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Principales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9300" y="397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80975" y="88900"/>
                </a:moveTo>
                <a:lnTo>
                  <a:pt x="123825" y="88900"/>
                </a:lnTo>
                <a:cubicBezTo>
                  <a:pt x="118547" y="88900"/>
                  <a:pt x="114300" y="84653"/>
                  <a:pt x="114300" y="79375"/>
                </a:cubicBezTo>
                <a:lnTo>
                  <a:pt x="114300" y="22225"/>
                </a:lnTo>
                <a:cubicBezTo>
                  <a:pt x="114300" y="18375"/>
                  <a:pt x="116602" y="14883"/>
                  <a:pt x="120174" y="13414"/>
                </a:cubicBezTo>
                <a:cubicBezTo>
                  <a:pt x="123746" y="11946"/>
                  <a:pt x="127833" y="12779"/>
                  <a:pt x="130572" y="15478"/>
                </a:cubicBezTo>
                <a:lnTo>
                  <a:pt x="146447" y="31353"/>
                </a:lnTo>
                <a:lnTo>
                  <a:pt x="175577" y="2222"/>
                </a:lnTo>
                <a:cubicBezTo>
                  <a:pt x="177006" y="794"/>
                  <a:pt x="178951" y="0"/>
                  <a:pt x="180975" y="0"/>
                </a:cubicBezTo>
                <a:cubicBezTo>
                  <a:pt x="182999" y="0"/>
                  <a:pt x="184944" y="794"/>
                  <a:pt x="186412" y="2262"/>
                </a:cubicBezTo>
                <a:lnTo>
                  <a:pt x="200978" y="16828"/>
                </a:lnTo>
                <a:cubicBezTo>
                  <a:pt x="202406" y="18256"/>
                  <a:pt x="203200" y="20201"/>
                  <a:pt x="203200" y="22225"/>
                </a:cubicBezTo>
                <a:cubicBezTo>
                  <a:pt x="203200" y="24249"/>
                  <a:pt x="202406" y="26194"/>
                  <a:pt x="200938" y="27662"/>
                </a:cubicBezTo>
                <a:lnTo>
                  <a:pt x="171847" y="56753"/>
                </a:lnTo>
                <a:lnTo>
                  <a:pt x="187722" y="72628"/>
                </a:lnTo>
                <a:cubicBezTo>
                  <a:pt x="190460" y="75367"/>
                  <a:pt x="191254" y="79454"/>
                  <a:pt x="189786" y="83026"/>
                </a:cubicBezTo>
                <a:cubicBezTo>
                  <a:pt x="188317" y="86598"/>
                  <a:pt x="184825" y="88900"/>
                  <a:pt x="180975" y="88900"/>
                </a:cubicBezTo>
                <a:close/>
                <a:moveTo>
                  <a:pt x="180975" y="114300"/>
                </a:moveTo>
                <a:cubicBezTo>
                  <a:pt x="184825" y="114300"/>
                  <a:pt x="188317" y="116602"/>
                  <a:pt x="189786" y="120174"/>
                </a:cubicBezTo>
                <a:cubicBezTo>
                  <a:pt x="191254" y="123746"/>
                  <a:pt x="190460" y="127833"/>
                  <a:pt x="187722" y="130572"/>
                </a:cubicBezTo>
                <a:lnTo>
                  <a:pt x="171847" y="146447"/>
                </a:lnTo>
                <a:lnTo>
                  <a:pt x="200978" y="175577"/>
                </a:lnTo>
                <a:cubicBezTo>
                  <a:pt x="202406" y="177006"/>
                  <a:pt x="203240" y="178951"/>
                  <a:pt x="203240" y="181015"/>
                </a:cubicBezTo>
                <a:cubicBezTo>
                  <a:pt x="203240" y="183078"/>
                  <a:pt x="202446" y="184983"/>
                  <a:pt x="200978" y="186452"/>
                </a:cubicBezTo>
                <a:lnTo>
                  <a:pt x="186412" y="201017"/>
                </a:lnTo>
                <a:cubicBezTo>
                  <a:pt x="184944" y="202406"/>
                  <a:pt x="182999" y="203200"/>
                  <a:pt x="180975" y="203200"/>
                </a:cubicBezTo>
                <a:cubicBezTo>
                  <a:pt x="178951" y="203200"/>
                  <a:pt x="177006" y="202406"/>
                  <a:pt x="175538" y="200938"/>
                </a:cubicBezTo>
                <a:lnTo>
                  <a:pt x="146447" y="171847"/>
                </a:lnTo>
                <a:lnTo>
                  <a:pt x="130572" y="187722"/>
                </a:lnTo>
                <a:cubicBezTo>
                  <a:pt x="127833" y="190460"/>
                  <a:pt x="123746" y="191254"/>
                  <a:pt x="120174" y="189786"/>
                </a:cubicBezTo>
                <a:cubicBezTo>
                  <a:pt x="116602" y="188317"/>
                  <a:pt x="114300" y="184825"/>
                  <a:pt x="114300" y="180975"/>
                </a:cubicBezTo>
                <a:lnTo>
                  <a:pt x="114300" y="123825"/>
                </a:lnTo>
                <a:cubicBezTo>
                  <a:pt x="114300" y="118547"/>
                  <a:pt x="118547" y="114300"/>
                  <a:pt x="123825" y="114300"/>
                </a:cubicBezTo>
                <a:lnTo>
                  <a:pt x="180975" y="114300"/>
                </a:lnTo>
                <a:close/>
                <a:moveTo>
                  <a:pt x="79375" y="114300"/>
                </a:moveTo>
                <a:cubicBezTo>
                  <a:pt x="84653" y="114300"/>
                  <a:pt x="88900" y="118547"/>
                  <a:pt x="88900" y="123825"/>
                </a:cubicBezTo>
                <a:lnTo>
                  <a:pt x="88900" y="180975"/>
                </a:lnTo>
                <a:cubicBezTo>
                  <a:pt x="88900" y="184825"/>
                  <a:pt x="86598" y="188317"/>
                  <a:pt x="83026" y="189786"/>
                </a:cubicBezTo>
                <a:cubicBezTo>
                  <a:pt x="79454" y="191254"/>
                  <a:pt x="75367" y="190460"/>
                  <a:pt x="72628" y="187722"/>
                </a:cubicBezTo>
                <a:lnTo>
                  <a:pt x="56753" y="171847"/>
                </a:lnTo>
                <a:lnTo>
                  <a:pt x="27622" y="200978"/>
                </a:lnTo>
                <a:cubicBezTo>
                  <a:pt x="26194" y="202406"/>
                  <a:pt x="24249" y="203200"/>
                  <a:pt x="22225" y="203200"/>
                </a:cubicBezTo>
                <a:cubicBezTo>
                  <a:pt x="20201" y="203200"/>
                  <a:pt x="18256" y="202406"/>
                  <a:pt x="16788" y="200938"/>
                </a:cubicBezTo>
                <a:lnTo>
                  <a:pt x="2262" y="186412"/>
                </a:lnTo>
                <a:cubicBezTo>
                  <a:pt x="794" y="184944"/>
                  <a:pt x="0" y="182999"/>
                  <a:pt x="0" y="180975"/>
                </a:cubicBezTo>
                <a:cubicBezTo>
                  <a:pt x="0" y="178951"/>
                  <a:pt x="794" y="177006"/>
                  <a:pt x="2262" y="175538"/>
                </a:cubicBezTo>
                <a:lnTo>
                  <a:pt x="31353" y="146447"/>
                </a:lnTo>
                <a:lnTo>
                  <a:pt x="15478" y="130572"/>
                </a:lnTo>
                <a:cubicBezTo>
                  <a:pt x="12740" y="127833"/>
                  <a:pt x="11946" y="123746"/>
                  <a:pt x="13414" y="120174"/>
                </a:cubicBezTo>
                <a:cubicBezTo>
                  <a:pt x="14883" y="116602"/>
                  <a:pt x="18375" y="114300"/>
                  <a:pt x="22225" y="114300"/>
                </a:cubicBezTo>
                <a:lnTo>
                  <a:pt x="79375" y="114300"/>
                </a:lnTo>
                <a:close/>
                <a:moveTo>
                  <a:pt x="22225" y="88900"/>
                </a:moveTo>
                <a:cubicBezTo>
                  <a:pt x="18375" y="88900"/>
                  <a:pt x="14883" y="86598"/>
                  <a:pt x="13414" y="83026"/>
                </a:cubicBezTo>
                <a:cubicBezTo>
                  <a:pt x="11946" y="79454"/>
                  <a:pt x="12779" y="75367"/>
                  <a:pt x="15478" y="72628"/>
                </a:cubicBezTo>
                <a:lnTo>
                  <a:pt x="31353" y="56753"/>
                </a:lnTo>
                <a:lnTo>
                  <a:pt x="2262" y="27662"/>
                </a:lnTo>
                <a:cubicBezTo>
                  <a:pt x="794" y="26194"/>
                  <a:pt x="0" y="24249"/>
                  <a:pt x="0" y="22225"/>
                </a:cubicBezTo>
                <a:cubicBezTo>
                  <a:pt x="0" y="20201"/>
                  <a:pt x="794" y="18256"/>
                  <a:pt x="2262" y="16788"/>
                </a:cubicBezTo>
                <a:lnTo>
                  <a:pt x="16788" y="2262"/>
                </a:lnTo>
                <a:cubicBezTo>
                  <a:pt x="18256" y="794"/>
                  <a:pt x="20201" y="0"/>
                  <a:pt x="22225" y="0"/>
                </a:cubicBezTo>
                <a:cubicBezTo>
                  <a:pt x="24249" y="0"/>
                  <a:pt x="26194" y="794"/>
                  <a:pt x="27662" y="2262"/>
                </a:cubicBezTo>
                <a:lnTo>
                  <a:pt x="56753" y="31353"/>
                </a:lnTo>
                <a:lnTo>
                  <a:pt x="72628" y="15478"/>
                </a:lnTo>
                <a:cubicBezTo>
                  <a:pt x="75367" y="12740"/>
                  <a:pt x="79454" y="11946"/>
                  <a:pt x="83026" y="13414"/>
                </a:cubicBezTo>
                <a:cubicBezTo>
                  <a:pt x="86598" y="14883"/>
                  <a:pt x="88900" y="18375"/>
                  <a:pt x="88900" y="22225"/>
                </a:cubicBezTo>
                <a:lnTo>
                  <a:pt x="88900" y="79375"/>
                </a:lnTo>
                <a:cubicBezTo>
                  <a:pt x="88900" y="84653"/>
                  <a:pt x="84653" y="88900"/>
                  <a:pt x="79375" y="88900"/>
                </a:cubicBezTo>
                <a:lnTo>
                  <a:pt x="22225" y="88900"/>
                </a:ln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79500" y="3924300"/>
            <a:ext cx="237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Positionner et maintenir la clé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9300" y="4330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40" y="76200"/>
                </a:moveTo>
                <a:lnTo>
                  <a:pt x="193675" y="76200"/>
                </a:lnTo>
                <a:cubicBezTo>
                  <a:pt x="198953" y="76200"/>
                  <a:pt x="203200" y="71953"/>
                  <a:pt x="203200" y="66675"/>
                </a:cubicBezTo>
                <a:lnTo>
                  <a:pt x="203200" y="9525"/>
                </a:lnTo>
                <a:cubicBezTo>
                  <a:pt x="203200" y="5675"/>
                  <a:pt x="200898" y="2183"/>
                  <a:pt x="197326" y="714"/>
                </a:cubicBezTo>
                <a:cubicBezTo>
                  <a:pt x="193754" y="-754"/>
                  <a:pt x="189667" y="79"/>
                  <a:pt x="186928" y="2778"/>
                </a:cubicBezTo>
                <a:lnTo>
                  <a:pt x="166410" y="23336"/>
                </a:lnTo>
                <a:cubicBezTo>
                  <a:pt x="148828" y="8771"/>
                  <a:pt x="126206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ubicBezTo>
                  <a:pt x="31433" y="53777"/>
                  <a:pt x="63222" y="25400"/>
                  <a:pt x="101600" y="25400"/>
                </a:cubicBezTo>
                <a:cubicBezTo>
                  <a:pt x="119221" y="25400"/>
                  <a:pt x="135414" y="31353"/>
                  <a:pt x="148312" y="41394"/>
                </a:cubicBezTo>
                <a:lnTo>
                  <a:pt x="129778" y="59928"/>
                </a:lnTo>
                <a:cubicBezTo>
                  <a:pt x="127040" y="62667"/>
                  <a:pt x="126246" y="66754"/>
                  <a:pt x="127714" y="70326"/>
                </a:cubicBezTo>
                <a:cubicBezTo>
                  <a:pt x="129183" y="73898"/>
                  <a:pt x="132675" y="76200"/>
                  <a:pt x="136525" y="76200"/>
                </a:cubicBezTo>
                <a:lnTo>
                  <a:pt x="190540" y="76200"/>
                </a:lnTo>
                <a:close/>
                <a:moveTo>
                  <a:pt x="202208" y="116086"/>
                </a:moveTo>
                <a:cubicBezTo>
                  <a:pt x="203200" y="109141"/>
                  <a:pt x="198358" y="102711"/>
                  <a:pt x="191452" y="101719"/>
                </a:cubicBezTo>
                <a:cubicBezTo>
                  <a:pt x="184547" y="100727"/>
                  <a:pt x="178078" y="105569"/>
                  <a:pt x="177086" y="112474"/>
                </a:cubicBezTo>
                <a:cubicBezTo>
                  <a:pt x="171807" y="149384"/>
                  <a:pt x="140017" y="177760"/>
                  <a:pt x="101640" y="177760"/>
                </a:cubicBezTo>
                <a:cubicBezTo>
                  <a:pt x="84018" y="177760"/>
                  <a:pt x="67826" y="171807"/>
                  <a:pt x="54928" y="161766"/>
                </a:cubicBezTo>
                <a:lnTo>
                  <a:pt x="73422" y="143272"/>
                </a:lnTo>
                <a:cubicBezTo>
                  <a:pt x="76160" y="140533"/>
                  <a:pt x="76954" y="136446"/>
                  <a:pt x="75486" y="132874"/>
                </a:cubicBezTo>
                <a:cubicBezTo>
                  <a:pt x="74017" y="129302"/>
                  <a:pt x="70525" y="127000"/>
                  <a:pt x="66675" y="127000"/>
                </a:cubicBezTo>
                <a:lnTo>
                  <a:pt x="9525" y="127000"/>
                </a:lnTo>
                <a:cubicBezTo>
                  <a:pt x="4247" y="127000"/>
                  <a:pt x="0" y="131247"/>
                  <a:pt x="0" y="136525"/>
                </a:cubicBezTo>
                <a:lnTo>
                  <a:pt x="0" y="193675"/>
                </a:lnTo>
                <a:cubicBezTo>
                  <a:pt x="0" y="197525"/>
                  <a:pt x="2302" y="201017"/>
                  <a:pt x="5874" y="202486"/>
                </a:cubicBezTo>
                <a:cubicBezTo>
                  <a:pt x="9446" y="203954"/>
                  <a:pt x="13533" y="203121"/>
                  <a:pt x="16272" y="200422"/>
                </a:cubicBezTo>
                <a:lnTo>
                  <a:pt x="36830" y="179864"/>
                </a:lnTo>
                <a:cubicBezTo>
                  <a:pt x="54372" y="194429"/>
                  <a:pt x="76994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79500" y="42799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Appliquer un couple contrôlé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9300" y="4686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01600" y="165100"/>
                </a:moveTo>
                <a:cubicBezTo>
                  <a:pt x="115610" y="165100"/>
                  <a:pt x="127000" y="153710"/>
                  <a:pt x="127000" y="139700"/>
                </a:cubicBezTo>
                <a:cubicBezTo>
                  <a:pt x="127000" y="133271"/>
                  <a:pt x="124619" y="127357"/>
                  <a:pt x="120650" y="122912"/>
                </a:cubicBezTo>
                <a:lnTo>
                  <a:pt x="148233" y="67786"/>
                </a:lnTo>
                <a:cubicBezTo>
                  <a:pt x="150574" y="63063"/>
                  <a:pt x="148669" y="57348"/>
                  <a:pt x="143986" y="55007"/>
                </a:cubicBezTo>
                <a:cubicBezTo>
                  <a:pt x="139303" y="52665"/>
                  <a:pt x="133548" y="54570"/>
                  <a:pt x="131207" y="59253"/>
                </a:cubicBezTo>
                <a:lnTo>
                  <a:pt x="103624" y="114379"/>
                </a:lnTo>
                <a:cubicBezTo>
                  <a:pt x="102949" y="114340"/>
                  <a:pt x="102275" y="114300"/>
                  <a:pt x="101600" y="114300"/>
                </a:cubicBezTo>
                <a:cubicBezTo>
                  <a:pt x="87590" y="114300"/>
                  <a:pt x="76200" y="125690"/>
                  <a:pt x="76200" y="139700"/>
                </a:cubicBezTo>
                <a:cubicBezTo>
                  <a:pt x="76200" y="153710"/>
                  <a:pt x="87590" y="165100"/>
                  <a:pt x="101600" y="165100"/>
                </a:cubicBezTo>
                <a:close/>
                <a:moveTo>
                  <a:pt x="69850" y="57150"/>
                </a:moveTo>
                <a:cubicBezTo>
                  <a:pt x="69850" y="50141"/>
                  <a:pt x="64159" y="44450"/>
                  <a:pt x="57150" y="44450"/>
                </a:cubicBezTo>
                <a:cubicBezTo>
                  <a:pt x="50141" y="44450"/>
                  <a:pt x="44450" y="50141"/>
                  <a:pt x="44450" y="57150"/>
                </a:cubicBezTo>
                <a:cubicBezTo>
                  <a:pt x="44450" y="64159"/>
                  <a:pt x="50141" y="69850"/>
                  <a:pt x="57150" y="69850"/>
                </a:cubicBezTo>
                <a:cubicBezTo>
                  <a:pt x="64159" y="69850"/>
                  <a:pt x="69850" y="64159"/>
                  <a:pt x="69850" y="57150"/>
                </a:cubicBezTo>
                <a:close/>
                <a:moveTo>
                  <a:pt x="38100" y="114300"/>
                </a:moveTo>
                <a:cubicBezTo>
                  <a:pt x="45109" y="114300"/>
                  <a:pt x="50800" y="108609"/>
                  <a:pt x="50800" y="101600"/>
                </a:cubicBezTo>
                <a:cubicBezTo>
                  <a:pt x="50800" y="94591"/>
                  <a:pt x="45109" y="88900"/>
                  <a:pt x="38100" y="88900"/>
                </a:cubicBezTo>
                <a:cubicBezTo>
                  <a:pt x="31091" y="88900"/>
                  <a:pt x="25400" y="94591"/>
                  <a:pt x="25400" y="101600"/>
                </a:cubicBezTo>
                <a:cubicBezTo>
                  <a:pt x="25400" y="108609"/>
                  <a:pt x="31091" y="114300"/>
                  <a:pt x="38100" y="114300"/>
                </a:cubicBezTo>
                <a:close/>
                <a:moveTo>
                  <a:pt x="177800" y="101600"/>
                </a:moveTo>
                <a:cubicBezTo>
                  <a:pt x="177800" y="94591"/>
                  <a:pt x="172109" y="88900"/>
                  <a:pt x="165100" y="88900"/>
                </a:cubicBezTo>
                <a:cubicBezTo>
                  <a:pt x="158091" y="88900"/>
                  <a:pt x="152400" y="94591"/>
                  <a:pt x="152400" y="101600"/>
                </a:cubicBezTo>
                <a:cubicBezTo>
                  <a:pt x="152400" y="108609"/>
                  <a:pt x="158091" y="114300"/>
                  <a:pt x="165100" y="114300"/>
                </a:cubicBezTo>
                <a:cubicBezTo>
                  <a:pt x="172109" y="114300"/>
                  <a:pt x="177800" y="108609"/>
                  <a:pt x="177800" y="10160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20" name="Text 17"/>
          <p:cNvSpPr/>
          <p:nvPr/>
        </p:nvSpPr>
        <p:spPr>
          <a:xfrm>
            <a:off x="1079500" y="4635500"/>
            <a:ext cx="181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Mesurer le couple réel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300" y="5041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12700"/>
                </a:moveTo>
                <a:cubicBezTo>
                  <a:pt x="19725" y="12700"/>
                  <a:pt x="25400" y="18375"/>
                  <a:pt x="25400" y="25400"/>
                </a:cubicBezTo>
                <a:lnTo>
                  <a:pt x="25400" y="158750"/>
                </a:lnTo>
                <a:cubicBezTo>
                  <a:pt x="25400" y="162243"/>
                  <a:pt x="28258" y="165100"/>
                  <a:pt x="31750" y="165100"/>
                </a:cubicBezTo>
                <a:lnTo>
                  <a:pt x="190500" y="165100"/>
                </a:lnTo>
                <a:cubicBezTo>
                  <a:pt x="197525" y="165100"/>
                  <a:pt x="203200" y="170775"/>
                  <a:pt x="203200" y="177800"/>
                </a:cubicBezTo>
                <a:cubicBezTo>
                  <a:pt x="203200" y="184825"/>
                  <a:pt x="197525" y="190500"/>
                  <a:pt x="190500" y="190500"/>
                </a:cubicBezTo>
                <a:lnTo>
                  <a:pt x="31750" y="190500"/>
                </a:lnTo>
                <a:cubicBezTo>
                  <a:pt x="14208" y="190500"/>
                  <a:pt x="0" y="176292"/>
                  <a:pt x="0" y="158750"/>
                </a:cubicBezTo>
                <a:lnTo>
                  <a:pt x="0" y="25400"/>
                </a:lnTo>
                <a:cubicBezTo>
                  <a:pt x="0" y="18375"/>
                  <a:pt x="5675" y="12700"/>
                  <a:pt x="12700" y="12700"/>
                </a:cubicBezTo>
                <a:close/>
                <a:moveTo>
                  <a:pt x="50800" y="38100"/>
                </a:moveTo>
                <a:cubicBezTo>
                  <a:pt x="50800" y="31075"/>
                  <a:pt x="56475" y="25400"/>
                  <a:pt x="63500" y="25400"/>
                </a:cubicBezTo>
                <a:lnTo>
                  <a:pt x="139700" y="25400"/>
                </a:lnTo>
                <a:cubicBezTo>
                  <a:pt x="146725" y="25400"/>
                  <a:pt x="152400" y="31075"/>
                  <a:pt x="152400" y="38100"/>
                </a:cubicBezTo>
                <a:cubicBezTo>
                  <a:pt x="152400" y="45125"/>
                  <a:pt x="146725" y="50800"/>
                  <a:pt x="139700" y="50800"/>
                </a:cubicBezTo>
                <a:lnTo>
                  <a:pt x="63500" y="50800"/>
                </a:lnTo>
                <a:cubicBezTo>
                  <a:pt x="56475" y="50800"/>
                  <a:pt x="50800" y="45125"/>
                  <a:pt x="50800" y="38100"/>
                </a:cubicBezTo>
                <a:close/>
                <a:moveTo>
                  <a:pt x="63500" y="69850"/>
                </a:moveTo>
                <a:lnTo>
                  <a:pt x="114300" y="69850"/>
                </a:lnTo>
                <a:cubicBezTo>
                  <a:pt x="121325" y="69850"/>
                  <a:pt x="127000" y="75525"/>
                  <a:pt x="127000" y="82550"/>
                </a:cubicBezTo>
                <a:cubicBezTo>
                  <a:pt x="127000" y="89575"/>
                  <a:pt x="121325" y="95250"/>
                  <a:pt x="114300" y="95250"/>
                </a:cubicBezTo>
                <a:lnTo>
                  <a:pt x="63500" y="95250"/>
                </a:lnTo>
                <a:cubicBezTo>
                  <a:pt x="56475" y="95250"/>
                  <a:pt x="50800" y="89575"/>
                  <a:pt x="50800" y="82550"/>
                </a:cubicBezTo>
                <a:cubicBezTo>
                  <a:pt x="50800" y="75525"/>
                  <a:pt x="56475" y="69850"/>
                  <a:pt x="63500" y="69850"/>
                </a:cubicBezTo>
                <a:close/>
                <a:moveTo>
                  <a:pt x="63500" y="114300"/>
                </a:moveTo>
                <a:lnTo>
                  <a:pt x="165100" y="114300"/>
                </a:lnTo>
                <a:cubicBezTo>
                  <a:pt x="172125" y="114300"/>
                  <a:pt x="177800" y="119975"/>
                  <a:pt x="177800" y="127000"/>
                </a:cubicBezTo>
                <a:cubicBezTo>
                  <a:pt x="177800" y="134025"/>
                  <a:pt x="172125" y="139700"/>
                  <a:pt x="165100" y="139700"/>
                </a:cubicBezTo>
                <a:lnTo>
                  <a:pt x="63500" y="139700"/>
                </a:lnTo>
                <a:cubicBezTo>
                  <a:pt x="56475" y="139700"/>
                  <a:pt x="50800" y="134025"/>
                  <a:pt x="50800" y="127000"/>
                </a:cubicBezTo>
                <a:cubicBezTo>
                  <a:pt x="50800" y="119975"/>
                  <a:pt x="56475" y="114300"/>
                  <a:pt x="63500" y="11430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22" name="Text 19"/>
          <p:cNvSpPr/>
          <p:nvPr/>
        </p:nvSpPr>
        <p:spPr>
          <a:xfrm>
            <a:off x="1079500" y="49911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Analyser les résultats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678884" y="3308350"/>
            <a:ext cx="4902200" cy="5321300"/>
          </a:xfrm>
          <a:prstGeom prst="roundRect">
            <a:avLst>
              <a:gd name="adj" fmla="val 310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13834" y="3556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80566" y="119459"/>
                </a:moveTo>
                <a:lnTo>
                  <a:pt x="80566" y="97234"/>
                </a:lnTo>
                <a:lnTo>
                  <a:pt x="58341" y="97234"/>
                </a:lnTo>
                <a:cubicBezTo>
                  <a:pt x="53722" y="97234"/>
                  <a:pt x="50006" y="93519"/>
                  <a:pt x="50006" y="88900"/>
                </a:cubicBezTo>
                <a:cubicBezTo>
                  <a:pt x="50006" y="84281"/>
                  <a:pt x="53722" y="80566"/>
                  <a:pt x="58341" y="80566"/>
                </a:cubicBezTo>
                <a:lnTo>
                  <a:pt x="80566" y="80566"/>
                </a:lnTo>
                <a:lnTo>
                  <a:pt x="80566" y="58341"/>
                </a:lnTo>
                <a:cubicBezTo>
                  <a:pt x="80566" y="53722"/>
                  <a:pt x="84281" y="50006"/>
                  <a:pt x="88900" y="50006"/>
                </a:cubicBezTo>
                <a:cubicBezTo>
                  <a:pt x="93519" y="50006"/>
                  <a:pt x="97234" y="53722"/>
                  <a:pt x="97234" y="58341"/>
                </a:cubicBezTo>
                <a:lnTo>
                  <a:pt x="97234" y="80566"/>
                </a:lnTo>
                <a:lnTo>
                  <a:pt x="119459" y="80566"/>
                </a:lnTo>
                <a:cubicBezTo>
                  <a:pt x="124078" y="80566"/>
                  <a:pt x="127794" y="84281"/>
                  <a:pt x="127794" y="88900"/>
                </a:cubicBezTo>
                <a:cubicBezTo>
                  <a:pt x="127794" y="93519"/>
                  <a:pt x="124078" y="97234"/>
                  <a:pt x="119459" y="97234"/>
                </a:cubicBezTo>
                <a:lnTo>
                  <a:pt x="97234" y="97234"/>
                </a:lnTo>
                <a:lnTo>
                  <a:pt x="97234" y="119459"/>
                </a:lnTo>
                <a:cubicBezTo>
                  <a:pt x="97234" y="124078"/>
                  <a:pt x="93519" y="127794"/>
                  <a:pt x="88900" y="127794"/>
                </a:cubicBezTo>
                <a:cubicBezTo>
                  <a:pt x="84281" y="127794"/>
                  <a:pt x="80566" y="124078"/>
                  <a:pt x="80566" y="119459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25" name="Text 22"/>
          <p:cNvSpPr/>
          <p:nvPr/>
        </p:nvSpPr>
        <p:spPr>
          <a:xfrm>
            <a:off x="6218634" y="35179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Complémentaires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13834" y="397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39700"/>
                </a:lnTo>
                <a:cubicBezTo>
                  <a:pt x="0" y="153710"/>
                  <a:pt x="11390" y="165100"/>
                  <a:pt x="25400" y="165100"/>
                </a:cubicBezTo>
                <a:lnTo>
                  <a:pt x="82550" y="165100"/>
                </a:lnTo>
                <a:lnTo>
                  <a:pt x="76200" y="184150"/>
                </a:lnTo>
                <a:lnTo>
                  <a:pt x="47625" y="184150"/>
                </a:lnTo>
                <a:cubicBezTo>
                  <a:pt x="42347" y="184150"/>
                  <a:pt x="38100" y="188397"/>
                  <a:pt x="38100" y="193675"/>
                </a:cubicBezTo>
                <a:cubicBezTo>
                  <a:pt x="38100" y="198953"/>
                  <a:pt x="42347" y="203200"/>
                  <a:pt x="47625" y="203200"/>
                </a:cubicBezTo>
                <a:lnTo>
                  <a:pt x="155575" y="203200"/>
                </a:lnTo>
                <a:cubicBezTo>
                  <a:pt x="160853" y="203200"/>
                  <a:pt x="165100" y="198953"/>
                  <a:pt x="165100" y="193675"/>
                </a:cubicBezTo>
                <a:cubicBezTo>
                  <a:pt x="165100" y="188397"/>
                  <a:pt x="160853" y="184150"/>
                  <a:pt x="155575" y="184150"/>
                </a:cubicBezTo>
                <a:lnTo>
                  <a:pt x="127000" y="184150"/>
                </a:lnTo>
                <a:lnTo>
                  <a:pt x="120650" y="165100"/>
                </a:lnTo>
                <a:lnTo>
                  <a:pt x="177800" y="165100"/>
                </a:lnTo>
                <a:cubicBezTo>
                  <a:pt x="191810" y="165100"/>
                  <a:pt x="203200" y="153710"/>
                  <a:pt x="203200" y="139700"/>
                </a:cubicBezTo>
                <a:lnTo>
                  <a:pt x="203200" y="38100"/>
                </a:lnTo>
                <a:cubicBezTo>
                  <a:pt x="203200" y="24090"/>
                  <a:pt x="191810" y="12700"/>
                  <a:pt x="177800" y="12700"/>
                </a:cubicBezTo>
                <a:lnTo>
                  <a:pt x="25400" y="12700"/>
                </a:lnTo>
                <a:close/>
                <a:moveTo>
                  <a:pt x="38100" y="38100"/>
                </a:move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14300"/>
                </a:lnTo>
                <a:cubicBezTo>
                  <a:pt x="177800" y="121325"/>
                  <a:pt x="172125" y="127000"/>
                  <a:pt x="165100" y="127000"/>
                </a:cubicBezTo>
                <a:lnTo>
                  <a:pt x="38100" y="127000"/>
                </a:lnTo>
                <a:cubicBezTo>
                  <a:pt x="31075" y="127000"/>
                  <a:pt x="25400" y="121325"/>
                  <a:pt x="25400" y="114300"/>
                </a:cubicBezTo>
                <a:lnTo>
                  <a:pt x="25400" y="50800"/>
                </a:lnTo>
                <a:cubicBezTo>
                  <a:pt x="25400" y="43775"/>
                  <a:pt x="31075" y="38100"/>
                  <a:pt x="38100" y="3810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7" name="Text 24"/>
          <p:cNvSpPr/>
          <p:nvPr/>
        </p:nvSpPr>
        <p:spPr>
          <a:xfrm>
            <a:off x="6244034" y="392430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Communiquer avec PC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26534" y="43307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68778"/>
                </a:lnTo>
                <a:cubicBezTo>
                  <a:pt x="177800" y="62032"/>
                  <a:pt x="175141" y="55563"/>
                  <a:pt x="170378" y="50800"/>
                </a:cubicBezTo>
                <a:lnTo>
                  <a:pt x="139700" y="20122"/>
                </a:lnTo>
                <a:cubicBezTo>
                  <a:pt x="134938" y="15359"/>
                  <a:pt x="128468" y="12700"/>
                  <a:pt x="121722" y="12700"/>
                </a:cubicBezTo>
                <a:lnTo>
                  <a:pt x="25400" y="12700"/>
                </a:lnTo>
                <a:close/>
                <a:moveTo>
                  <a:pt x="38100" y="50800"/>
                </a:moveTo>
                <a:cubicBezTo>
                  <a:pt x="38100" y="43775"/>
                  <a:pt x="43775" y="38100"/>
                  <a:pt x="50800" y="38100"/>
                </a:cubicBezTo>
                <a:lnTo>
                  <a:pt x="114300" y="38100"/>
                </a:lnTo>
                <a:cubicBezTo>
                  <a:pt x="121325" y="38100"/>
                  <a:pt x="127000" y="43775"/>
                  <a:pt x="127000" y="50800"/>
                </a:cubicBezTo>
                <a:lnTo>
                  <a:pt x="127000" y="76200"/>
                </a:lnTo>
                <a:cubicBezTo>
                  <a:pt x="127000" y="83225"/>
                  <a:pt x="121325" y="88900"/>
                  <a:pt x="114300" y="88900"/>
                </a:cubicBezTo>
                <a:lnTo>
                  <a:pt x="50800" y="88900"/>
                </a:lnTo>
                <a:cubicBezTo>
                  <a:pt x="43775" y="88900"/>
                  <a:pt x="38100" y="83225"/>
                  <a:pt x="38100" y="76200"/>
                </a:cubicBezTo>
                <a:lnTo>
                  <a:pt x="38100" y="50800"/>
                </a:lnTo>
                <a:close/>
                <a:moveTo>
                  <a:pt x="88900" y="114300"/>
                </a:moveTo>
                <a:cubicBezTo>
                  <a:pt x="102919" y="114300"/>
                  <a:pt x="114300" y="125681"/>
                  <a:pt x="114300" y="139700"/>
                </a:cubicBezTo>
                <a:cubicBezTo>
                  <a:pt x="114300" y="153719"/>
                  <a:pt x="102919" y="165100"/>
                  <a:pt x="88900" y="165100"/>
                </a:cubicBezTo>
                <a:cubicBezTo>
                  <a:pt x="74881" y="165100"/>
                  <a:pt x="63500" y="153719"/>
                  <a:pt x="63500" y="139700"/>
                </a:cubicBezTo>
                <a:cubicBezTo>
                  <a:pt x="63500" y="125681"/>
                  <a:pt x="74881" y="114300"/>
                  <a:pt x="88900" y="11430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9" name="Text 26"/>
          <p:cNvSpPr/>
          <p:nvPr/>
        </p:nvSpPr>
        <p:spPr>
          <a:xfrm>
            <a:off x="6244034" y="42799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Enregistrer les mesures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939234" y="46863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25400"/>
                </a:moveTo>
                <a:cubicBezTo>
                  <a:pt x="0" y="11390"/>
                  <a:pt x="11390" y="0"/>
                  <a:pt x="25400" y="0"/>
                </a:cubicBezTo>
                <a:lnTo>
                  <a:pt x="84733" y="0"/>
                </a:lnTo>
                <a:cubicBezTo>
                  <a:pt x="91480" y="0"/>
                  <a:pt x="97949" y="2659"/>
                  <a:pt x="102711" y="7422"/>
                </a:cubicBezTo>
                <a:lnTo>
                  <a:pt x="144978" y="49728"/>
                </a:lnTo>
                <a:cubicBezTo>
                  <a:pt x="149741" y="54491"/>
                  <a:pt x="152400" y="60960"/>
                  <a:pt x="152400" y="67707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25400"/>
                </a:lnTo>
                <a:close/>
                <a:moveTo>
                  <a:pt x="82550" y="23217"/>
                </a:moveTo>
                <a:lnTo>
                  <a:pt x="82550" y="60325"/>
                </a:lnTo>
                <a:cubicBezTo>
                  <a:pt x="82550" y="65603"/>
                  <a:pt x="86797" y="69850"/>
                  <a:pt x="92075" y="69850"/>
                </a:cubicBezTo>
                <a:lnTo>
                  <a:pt x="129183" y="69850"/>
                </a:lnTo>
                <a:lnTo>
                  <a:pt x="82550" y="23217"/>
                </a:lnTo>
                <a:close/>
                <a:moveTo>
                  <a:pt x="47625" y="101600"/>
                </a:moveTo>
                <a:cubicBezTo>
                  <a:pt x="42347" y="101600"/>
                  <a:pt x="38100" y="105847"/>
                  <a:pt x="38100" y="111125"/>
                </a:cubicBezTo>
                <a:cubicBezTo>
                  <a:pt x="38100" y="116403"/>
                  <a:pt x="42347" y="120650"/>
                  <a:pt x="47625" y="120650"/>
                </a:cubicBezTo>
                <a:lnTo>
                  <a:pt x="104775" y="120650"/>
                </a:lnTo>
                <a:cubicBezTo>
                  <a:pt x="110053" y="120650"/>
                  <a:pt x="114300" y="116403"/>
                  <a:pt x="114300" y="111125"/>
                </a:cubicBezTo>
                <a:cubicBezTo>
                  <a:pt x="114300" y="105847"/>
                  <a:pt x="110053" y="101600"/>
                  <a:pt x="104775" y="101600"/>
                </a:cubicBezTo>
                <a:lnTo>
                  <a:pt x="47625" y="101600"/>
                </a:lnTo>
                <a:close/>
                <a:moveTo>
                  <a:pt x="47625" y="139700"/>
                </a:moveTo>
                <a:cubicBezTo>
                  <a:pt x="42347" y="139700"/>
                  <a:pt x="38100" y="143947"/>
                  <a:pt x="38100" y="149225"/>
                </a:cubicBezTo>
                <a:cubicBezTo>
                  <a:pt x="38100" y="154503"/>
                  <a:pt x="42347" y="158750"/>
                  <a:pt x="47625" y="158750"/>
                </a:cubicBezTo>
                <a:lnTo>
                  <a:pt x="104775" y="158750"/>
                </a:lnTo>
                <a:cubicBezTo>
                  <a:pt x="110053" y="158750"/>
                  <a:pt x="114300" y="154503"/>
                  <a:pt x="114300" y="149225"/>
                </a:cubicBezTo>
                <a:cubicBezTo>
                  <a:pt x="114300" y="143947"/>
                  <a:pt x="110053" y="139700"/>
                  <a:pt x="104775" y="139700"/>
                </a:cubicBezTo>
                <a:lnTo>
                  <a:pt x="47625" y="139700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1" name="Text 28"/>
          <p:cNvSpPr/>
          <p:nvPr/>
        </p:nvSpPr>
        <p:spPr>
          <a:xfrm>
            <a:off x="6244034" y="463550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Générer les rapports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901134" y="50419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12700"/>
                </a:moveTo>
                <a:cubicBezTo>
                  <a:pt x="82233" y="12700"/>
                  <a:pt x="56555" y="27305"/>
                  <a:pt x="37862" y="44688"/>
                </a:cubicBezTo>
                <a:cubicBezTo>
                  <a:pt x="19288" y="61952"/>
                  <a:pt x="6866" y="82550"/>
                  <a:pt x="953" y="96718"/>
                </a:cubicBezTo>
                <a:cubicBezTo>
                  <a:pt x="-357" y="99854"/>
                  <a:pt x="-357" y="103346"/>
                  <a:pt x="953" y="106482"/>
                </a:cubicBezTo>
                <a:cubicBezTo>
                  <a:pt x="6866" y="120650"/>
                  <a:pt x="19288" y="141288"/>
                  <a:pt x="37862" y="158512"/>
                </a:cubicBezTo>
                <a:cubicBezTo>
                  <a:pt x="56555" y="175855"/>
                  <a:pt x="82233" y="190500"/>
                  <a:pt x="114300" y="190500"/>
                </a:cubicBezTo>
                <a:cubicBezTo>
                  <a:pt x="146368" y="190500"/>
                  <a:pt x="172045" y="175895"/>
                  <a:pt x="190738" y="158512"/>
                </a:cubicBezTo>
                <a:cubicBezTo>
                  <a:pt x="209312" y="141248"/>
                  <a:pt x="221734" y="120650"/>
                  <a:pt x="227648" y="106482"/>
                </a:cubicBezTo>
                <a:cubicBezTo>
                  <a:pt x="228957" y="103346"/>
                  <a:pt x="228957" y="99854"/>
                  <a:pt x="227648" y="96718"/>
                </a:cubicBezTo>
                <a:cubicBezTo>
                  <a:pt x="221734" y="82550"/>
                  <a:pt x="209312" y="61912"/>
                  <a:pt x="190738" y="44688"/>
                </a:cubicBezTo>
                <a:cubicBezTo>
                  <a:pt x="172045" y="27345"/>
                  <a:pt x="146368" y="12700"/>
                  <a:pt x="114300" y="12700"/>
                </a:cubicBezTo>
                <a:close/>
                <a:moveTo>
                  <a:pt x="57150" y="101600"/>
                </a:moveTo>
                <a:cubicBezTo>
                  <a:pt x="57150" y="70058"/>
                  <a:pt x="82758" y="44450"/>
                  <a:pt x="114300" y="44450"/>
                </a:cubicBezTo>
                <a:cubicBezTo>
                  <a:pt x="145842" y="44450"/>
                  <a:pt x="171450" y="70058"/>
                  <a:pt x="171450" y="101600"/>
                </a:cubicBezTo>
                <a:cubicBezTo>
                  <a:pt x="171450" y="133142"/>
                  <a:pt x="145842" y="158750"/>
                  <a:pt x="114300" y="158750"/>
                </a:cubicBezTo>
                <a:cubicBezTo>
                  <a:pt x="82758" y="158750"/>
                  <a:pt x="57150" y="133142"/>
                  <a:pt x="57150" y="101600"/>
                </a:cubicBezTo>
                <a:close/>
                <a:moveTo>
                  <a:pt x="114300" y="76200"/>
                </a:moveTo>
                <a:cubicBezTo>
                  <a:pt x="114300" y="90210"/>
                  <a:pt x="102910" y="101600"/>
                  <a:pt x="88900" y="101600"/>
                </a:cubicBezTo>
                <a:cubicBezTo>
                  <a:pt x="84336" y="101600"/>
                  <a:pt x="80050" y="100409"/>
                  <a:pt x="76319" y="98266"/>
                </a:cubicBezTo>
                <a:cubicBezTo>
                  <a:pt x="75922" y="102592"/>
                  <a:pt x="76279" y="107037"/>
                  <a:pt x="77470" y="111443"/>
                </a:cubicBezTo>
                <a:cubicBezTo>
                  <a:pt x="82907" y="131763"/>
                  <a:pt x="103823" y="143828"/>
                  <a:pt x="124143" y="138390"/>
                </a:cubicBezTo>
                <a:cubicBezTo>
                  <a:pt x="144463" y="132953"/>
                  <a:pt x="156528" y="112038"/>
                  <a:pt x="151090" y="91718"/>
                </a:cubicBezTo>
                <a:cubicBezTo>
                  <a:pt x="146248" y="73581"/>
                  <a:pt x="129064" y="62032"/>
                  <a:pt x="110966" y="63619"/>
                </a:cubicBezTo>
                <a:cubicBezTo>
                  <a:pt x="113070" y="67310"/>
                  <a:pt x="114300" y="71596"/>
                  <a:pt x="114300" y="7620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3" name="Text 30"/>
          <p:cNvSpPr/>
          <p:nvPr/>
        </p:nvSpPr>
        <p:spPr>
          <a:xfrm>
            <a:off x="6244034" y="49911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Afficher informations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843617" y="3308350"/>
            <a:ext cx="4902200" cy="5321300"/>
          </a:xfrm>
          <a:prstGeom prst="roundRect">
            <a:avLst>
              <a:gd name="adj" fmla="val 310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078567" y="3556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88900" y="47228"/>
                </a:moveTo>
                <a:cubicBezTo>
                  <a:pt x="93519" y="47228"/>
                  <a:pt x="97234" y="50944"/>
                  <a:pt x="97234" y="55563"/>
                </a:cubicBezTo>
                <a:lnTo>
                  <a:pt x="97234" y="94456"/>
                </a:lnTo>
                <a:cubicBezTo>
                  <a:pt x="97234" y="99075"/>
                  <a:pt x="93519" y="102791"/>
                  <a:pt x="88900" y="102791"/>
                </a:cubicBezTo>
                <a:cubicBezTo>
                  <a:pt x="84281" y="102791"/>
                  <a:pt x="80566" y="99075"/>
                  <a:pt x="80566" y="94456"/>
                </a:cubicBezTo>
                <a:lnTo>
                  <a:pt x="80566" y="55563"/>
                </a:lnTo>
                <a:cubicBezTo>
                  <a:pt x="80566" y="50944"/>
                  <a:pt x="84281" y="47228"/>
                  <a:pt x="88900" y="47228"/>
                </a:cubicBezTo>
                <a:close/>
                <a:moveTo>
                  <a:pt x="79628" y="122238"/>
                </a:moveTo>
                <a:cubicBezTo>
                  <a:pt x="79417" y="118796"/>
                  <a:pt x="81133" y="115521"/>
                  <a:pt x="84084" y="113737"/>
                </a:cubicBezTo>
                <a:cubicBezTo>
                  <a:pt x="87034" y="111952"/>
                  <a:pt x="90731" y="111952"/>
                  <a:pt x="93681" y="113737"/>
                </a:cubicBezTo>
                <a:cubicBezTo>
                  <a:pt x="96632" y="115521"/>
                  <a:pt x="98348" y="118796"/>
                  <a:pt x="98137" y="122238"/>
                </a:cubicBezTo>
                <a:cubicBezTo>
                  <a:pt x="98348" y="125679"/>
                  <a:pt x="96632" y="128954"/>
                  <a:pt x="93681" y="130738"/>
                </a:cubicBezTo>
                <a:cubicBezTo>
                  <a:pt x="90731" y="132523"/>
                  <a:pt x="87034" y="132523"/>
                  <a:pt x="84084" y="130738"/>
                </a:cubicBezTo>
                <a:cubicBezTo>
                  <a:pt x="81133" y="128954"/>
                  <a:pt x="79417" y="125679"/>
                  <a:pt x="79628" y="12223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6" name="Text 33"/>
          <p:cNvSpPr/>
          <p:nvPr/>
        </p:nvSpPr>
        <p:spPr>
          <a:xfrm>
            <a:off x="11383367" y="35179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Critiques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1078567" y="397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8" name="Text 35"/>
          <p:cNvSpPr/>
          <p:nvPr/>
        </p:nvSpPr>
        <p:spPr>
          <a:xfrm>
            <a:off x="11408767" y="39243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Sécuriser le banc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1078567" y="4330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0" name="Text 37"/>
          <p:cNvSpPr/>
          <p:nvPr/>
        </p:nvSpPr>
        <p:spPr>
          <a:xfrm>
            <a:off x="11408767" y="4279900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Vérifier la clé (ISO)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1065867" y="46863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98425" y="34925"/>
                </a:moveTo>
                <a:lnTo>
                  <a:pt x="130175" y="34925"/>
                </a:lnTo>
                <a:lnTo>
                  <a:pt x="130175" y="53975"/>
                </a:lnTo>
                <a:lnTo>
                  <a:pt x="98425" y="53975"/>
                </a:lnTo>
                <a:lnTo>
                  <a:pt x="98425" y="34925"/>
                </a:lnTo>
                <a:close/>
                <a:moveTo>
                  <a:pt x="95250" y="12700"/>
                </a:moveTo>
                <a:cubicBezTo>
                  <a:pt x="84733" y="12700"/>
                  <a:pt x="76200" y="21233"/>
                  <a:pt x="76200" y="31750"/>
                </a:cubicBezTo>
                <a:lnTo>
                  <a:pt x="76200" y="57150"/>
                </a:lnTo>
                <a:cubicBezTo>
                  <a:pt x="76200" y="67667"/>
                  <a:pt x="84733" y="76200"/>
                  <a:pt x="95250" y="76200"/>
                </a:cubicBezTo>
                <a:lnTo>
                  <a:pt x="101600" y="76200"/>
                </a:lnTo>
                <a:lnTo>
                  <a:pt x="101600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50800" y="114300"/>
                </a:lnTo>
                <a:lnTo>
                  <a:pt x="50800" y="127000"/>
                </a:lnTo>
                <a:lnTo>
                  <a:pt x="44450" y="127000"/>
                </a:lnTo>
                <a:cubicBezTo>
                  <a:pt x="33933" y="127000"/>
                  <a:pt x="25400" y="135533"/>
                  <a:pt x="25400" y="146050"/>
                </a:cubicBezTo>
                <a:lnTo>
                  <a:pt x="25400" y="171450"/>
                </a:lnTo>
                <a:cubicBezTo>
                  <a:pt x="25400" y="181967"/>
                  <a:pt x="33933" y="190500"/>
                  <a:pt x="44450" y="190500"/>
                </a:cubicBezTo>
                <a:lnTo>
                  <a:pt x="82550" y="190500"/>
                </a:lnTo>
                <a:cubicBezTo>
                  <a:pt x="93067" y="190500"/>
                  <a:pt x="101600" y="181967"/>
                  <a:pt x="101600" y="171450"/>
                </a:cubicBezTo>
                <a:lnTo>
                  <a:pt x="101600" y="146050"/>
                </a:lnTo>
                <a:cubicBezTo>
                  <a:pt x="101600" y="135533"/>
                  <a:pt x="93067" y="127000"/>
                  <a:pt x="82550" y="127000"/>
                </a:cubicBezTo>
                <a:lnTo>
                  <a:pt x="76200" y="127000"/>
                </a:lnTo>
                <a:lnTo>
                  <a:pt x="76200" y="114300"/>
                </a:lnTo>
                <a:lnTo>
                  <a:pt x="152400" y="114300"/>
                </a:lnTo>
                <a:lnTo>
                  <a:pt x="152400" y="127000"/>
                </a:lnTo>
                <a:lnTo>
                  <a:pt x="146050" y="127000"/>
                </a:lnTo>
                <a:cubicBezTo>
                  <a:pt x="135533" y="127000"/>
                  <a:pt x="127000" y="135533"/>
                  <a:pt x="127000" y="146050"/>
                </a:cubicBezTo>
                <a:lnTo>
                  <a:pt x="127000" y="171450"/>
                </a:lnTo>
                <a:cubicBezTo>
                  <a:pt x="127000" y="181967"/>
                  <a:pt x="135533" y="190500"/>
                  <a:pt x="146050" y="190500"/>
                </a:cubicBezTo>
                <a:lnTo>
                  <a:pt x="184150" y="190500"/>
                </a:lnTo>
                <a:cubicBezTo>
                  <a:pt x="194667" y="190500"/>
                  <a:pt x="203200" y="181967"/>
                  <a:pt x="203200" y="171450"/>
                </a:cubicBezTo>
                <a:lnTo>
                  <a:pt x="203200" y="146050"/>
                </a:lnTo>
                <a:cubicBezTo>
                  <a:pt x="203200" y="135533"/>
                  <a:pt x="194667" y="127000"/>
                  <a:pt x="184150" y="127000"/>
                </a:cubicBezTo>
                <a:lnTo>
                  <a:pt x="177800" y="127000"/>
                </a:lnTo>
                <a:lnTo>
                  <a:pt x="177800" y="114300"/>
                </a:lnTo>
                <a:lnTo>
                  <a:pt x="215900" y="114300"/>
                </a:lnTo>
                <a:cubicBezTo>
                  <a:pt x="222925" y="114300"/>
                  <a:pt x="228600" y="108625"/>
                  <a:pt x="228600" y="101600"/>
                </a:cubicBezTo>
                <a:cubicBezTo>
                  <a:pt x="228600" y="94575"/>
                  <a:pt x="222925" y="88900"/>
                  <a:pt x="215900" y="88900"/>
                </a:cubicBezTo>
                <a:lnTo>
                  <a:pt x="127000" y="88900"/>
                </a:lnTo>
                <a:lnTo>
                  <a:pt x="127000" y="76200"/>
                </a:lnTo>
                <a:lnTo>
                  <a:pt x="133350" y="76200"/>
                </a:lnTo>
                <a:cubicBezTo>
                  <a:pt x="143867" y="76200"/>
                  <a:pt x="152400" y="67667"/>
                  <a:pt x="152400" y="57150"/>
                </a:cubicBezTo>
                <a:lnTo>
                  <a:pt x="152400" y="31750"/>
                </a:lnTo>
                <a:cubicBezTo>
                  <a:pt x="152400" y="21233"/>
                  <a:pt x="143867" y="12700"/>
                  <a:pt x="133350" y="12700"/>
                </a:cubicBezTo>
                <a:lnTo>
                  <a:pt x="95250" y="12700"/>
                </a:lnTo>
                <a:close/>
                <a:moveTo>
                  <a:pt x="177800" y="149225"/>
                </a:moveTo>
                <a:lnTo>
                  <a:pt x="180975" y="149225"/>
                </a:lnTo>
                <a:lnTo>
                  <a:pt x="180975" y="168275"/>
                </a:lnTo>
                <a:lnTo>
                  <a:pt x="149225" y="168275"/>
                </a:lnTo>
                <a:lnTo>
                  <a:pt x="149225" y="149225"/>
                </a:lnTo>
                <a:lnTo>
                  <a:pt x="177800" y="149225"/>
                </a:lnTo>
                <a:close/>
                <a:moveTo>
                  <a:pt x="76200" y="149225"/>
                </a:moveTo>
                <a:lnTo>
                  <a:pt x="79375" y="149225"/>
                </a:lnTo>
                <a:lnTo>
                  <a:pt x="79375" y="168275"/>
                </a:lnTo>
                <a:lnTo>
                  <a:pt x="47625" y="168275"/>
                </a:lnTo>
                <a:lnTo>
                  <a:pt x="47625" y="149225"/>
                </a:lnTo>
                <a:lnTo>
                  <a:pt x="76200" y="149225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2" name="Text 39"/>
          <p:cNvSpPr/>
          <p:nvPr/>
        </p:nvSpPr>
        <p:spPr>
          <a:xfrm>
            <a:off x="11408767" y="463550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Communiquer avec PC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1065867" y="50419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8940" y="38537"/>
                </a:moveTo>
                <a:lnTo>
                  <a:pt x="88940" y="58222"/>
                </a:lnTo>
                <a:lnTo>
                  <a:pt x="89138" y="58420"/>
                </a:lnTo>
                <a:cubicBezTo>
                  <a:pt x="91718" y="25717"/>
                  <a:pt x="119063" y="0"/>
                  <a:pt x="152440" y="0"/>
                </a:cubicBezTo>
                <a:cubicBezTo>
                  <a:pt x="160417" y="0"/>
                  <a:pt x="168077" y="1468"/>
                  <a:pt x="175101" y="4167"/>
                </a:cubicBezTo>
                <a:cubicBezTo>
                  <a:pt x="179070" y="5675"/>
                  <a:pt x="179784" y="10716"/>
                  <a:pt x="176808" y="13732"/>
                </a:cubicBezTo>
                <a:lnTo>
                  <a:pt x="141605" y="48935"/>
                </a:lnTo>
                <a:cubicBezTo>
                  <a:pt x="140414" y="50125"/>
                  <a:pt x="139740" y="51753"/>
                  <a:pt x="139740" y="53419"/>
                </a:cubicBezTo>
                <a:lnTo>
                  <a:pt x="139740" y="69850"/>
                </a:lnTo>
                <a:cubicBezTo>
                  <a:pt x="139740" y="73343"/>
                  <a:pt x="142597" y="76200"/>
                  <a:pt x="146090" y="76200"/>
                </a:cubicBezTo>
                <a:lnTo>
                  <a:pt x="162520" y="76200"/>
                </a:lnTo>
                <a:cubicBezTo>
                  <a:pt x="164187" y="76200"/>
                  <a:pt x="165814" y="75525"/>
                  <a:pt x="167005" y="74335"/>
                </a:cubicBezTo>
                <a:lnTo>
                  <a:pt x="202208" y="39132"/>
                </a:lnTo>
                <a:cubicBezTo>
                  <a:pt x="205224" y="36116"/>
                  <a:pt x="210264" y="36870"/>
                  <a:pt x="211773" y="40838"/>
                </a:cubicBezTo>
                <a:cubicBezTo>
                  <a:pt x="214471" y="47863"/>
                  <a:pt x="215940" y="55523"/>
                  <a:pt x="215940" y="63500"/>
                </a:cubicBezTo>
                <a:cubicBezTo>
                  <a:pt x="215940" y="87551"/>
                  <a:pt x="202565" y="108506"/>
                  <a:pt x="182801" y="119261"/>
                </a:cubicBezTo>
                <a:lnTo>
                  <a:pt x="215146" y="151606"/>
                </a:lnTo>
                <a:cubicBezTo>
                  <a:pt x="222568" y="159028"/>
                  <a:pt x="222568" y="171093"/>
                  <a:pt x="215146" y="178554"/>
                </a:cubicBezTo>
                <a:lnTo>
                  <a:pt x="191294" y="202406"/>
                </a:lnTo>
                <a:cubicBezTo>
                  <a:pt x="183872" y="209828"/>
                  <a:pt x="171807" y="209828"/>
                  <a:pt x="164346" y="202406"/>
                </a:cubicBezTo>
                <a:lnTo>
                  <a:pt x="114340" y="152400"/>
                </a:lnTo>
                <a:cubicBezTo>
                  <a:pt x="103465" y="141526"/>
                  <a:pt x="101005" y="125452"/>
                  <a:pt x="106998" y="112197"/>
                </a:cubicBezTo>
                <a:lnTo>
                  <a:pt x="71001" y="76200"/>
                </a:lnTo>
                <a:lnTo>
                  <a:pt x="51316" y="76200"/>
                </a:lnTo>
                <a:cubicBezTo>
                  <a:pt x="47069" y="76200"/>
                  <a:pt x="43101" y="74097"/>
                  <a:pt x="40759" y="70564"/>
                </a:cubicBezTo>
                <a:lnTo>
                  <a:pt x="9287" y="23376"/>
                </a:lnTo>
                <a:cubicBezTo>
                  <a:pt x="7620" y="20876"/>
                  <a:pt x="7938" y="17502"/>
                  <a:pt x="10081" y="15359"/>
                </a:cubicBezTo>
                <a:lnTo>
                  <a:pt x="28099" y="-2659"/>
                </a:lnTo>
                <a:cubicBezTo>
                  <a:pt x="30242" y="-4802"/>
                  <a:pt x="33576" y="-5120"/>
                  <a:pt x="36116" y="-3453"/>
                </a:cubicBezTo>
                <a:lnTo>
                  <a:pt x="83304" y="27980"/>
                </a:lnTo>
                <a:cubicBezTo>
                  <a:pt x="86836" y="30321"/>
                  <a:pt x="88940" y="34290"/>
                  <a:pt x="88940" y="38537"/>
                </a:cubicBezTo>
                <a:close/>
                <a:moveTo>
                  <a:pt x="85566" y="117713"/>
                </a:moveTo>
                <a:cubicBezTo>
                  <a:pt x="83066" y="132398"/>
                  <a:pt x="86519" y="147915"/>
                  <a:pt x="96044" y="160338"/>
                </a:cubicBezTo>
                <a:lnTo>
                  <a:pt x="58341" y="198001"/>
                </a:lnTo>
                <a:cubicBezTo>
                  <a:pt x="47188" y="209153"/>
                  <a:pt x="29091" y="209153"/>
                  <a:pt x="17939" y="198001"/>
                </a:cubicBezTo>
                <a:cubicBezTo>
                  <a:pt x="6787" y="186849"/>
                  <a:pt x="6787" y="168751"/>
                  <a:pt x="17939" y="157599"/>
                </a:cubicBezTo>
                <a:lnTo>
                  <a:pt x="71676" y="103862"/>
                </a:lnTo>
                <a:lnTo>
                  <a:pt x="85566" y="117753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4" name="Text 41"/>
          <p:cNvSpPr/>
          <p:nvPr/>
        </p:nvSpPr>
        <p:spPr>
          <a:xfrm>
            <a:off x="11408767" y="4991100"/>
            <a:ext cx="114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Calibrer la clé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0A0A"/>
              </a:gs>
              <a:gs pos="5000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81091226825-a6a2a5aee158?w=1280&amp;h=720&amp;fit=crop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85000"/>
                </a:srgbClr>
              </a:gs>
              <a:gs pos="100000">
                <a:srgbClr val="0000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 Sous-Systèmes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Sous-systèmes Clés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581150"/>
            <a:ext cx="7480300" cy="3289300"/>
          </a:xfrm>
          <a:prstGeom prst="roundRect">
            <a:avLst>
              <a:gd name="adj" fmla="val 463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4700" y="18415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6A7282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20750" y="20193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10" name="Text 7"/>
          <p:cNvSpPr/>
          <p:nvPr/>
        </p:nvSpPr>
        <p:spPr>
          <a:xfrm>
            <a:off x="1536700" y="1968500"/>
            <a:ext cx="143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Mécanique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3275" y="2705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2" name="Text 9"/>
          <p:cNvSpPr/>
          <p:nvPr/>
        </p:nvSpPr>
        <p:spPr>
          <a:xfrm>
            <a:off x="1066800" y="26543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Maintenir la clé sans jeu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3275" y="3060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4" name="Text 11"/>
          <p:cNvSpPr/>
          <p:nvPr/>
        </p:nvSpPr>
        <p:spPr>
          <a:xfrm>
            <a:off x="1066800" y="30099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Positionner la butée (3 positions)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3275" y="3416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6" name="Text 13"/>
          <p:cNvSpPr/>
          <p:nvPr/>
        </p:nvSpPr>
        <p:spPr>
          <a:xfrm>
            <a:off x="1066800" y="3365500"/>
            <a:ext cx="195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Limiter efforts parasites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3275" y="3771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8" name="Text 15"/>
          <p:cNvSpPr/>
          <p:nvPr/>
        </p:nvSpPr>
        <p:spPr>
          <a:xfrm>
            <a:off x="1066800" y="3721100"/>
            <a:ext cx="392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Gérer positions vérin : AV+AR = Calib | MIL = Vérif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261350" y="1581150"/>
            <a:ext cx="7480300" cy="3289300"/>
          </a:xfrm>
          <a:prstGeom prst="roundRect">
            <a:avLst>
              <a:gd name="adj" fmla="val 463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21700" y="18415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715375" y="2019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2" name="Text 19"/>
          <p:cNvSpPr/>
          <p:nvPr/>
        </p:nvSpPr>
        <p:spPr>
          <a:xfrm>
            <a:off x="9283700" y="19685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Motorisation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521700" y="2654300"/>
            <a:ext cx="3403600" cy="1041400"/>
          </a:xfrm>
          <a:prstGeom prst="roundRect">
            <a:avLst>
              <a:gd name="adj" fmla="val 9756"/>
            </a:avLst>
          </a:prstGeom>
          <a:solidFill>
            <a:srgbClr val="2B7FFF">
              <a:alpha val="1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674100" y="28067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51A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Faible Couple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74100" y="29972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4 - 40 Nm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674100" y="33528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 / WiFi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2077700" y="2654300"/>
            <a:ext cx="3403600" cy="1041400"/>
          </a:xfrm>
          <a:prstGeom prst="roundRect">
            <a:avLst>
              <a:gd name="adj" fmla="val 9756"/>
            </a:avLst>
          </a:prstGeom>
          <a:solidFill>
            <a:srgbClr val="FF6900">
              <a:alpha val="1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2230100" y="28067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 Couple BT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2230100" y="29972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40 - 200 Nm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230100" y="33528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Triphasé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547100" y="388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32" name="Text 29"/>
          <p:cNvSpPr/>
          <p:nvPr/>
        </p:nvSpPr>
        <p:spPr>
          <a:xfrm>
            <a:off x="8801100" y="38481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Montée progressive | Retour zéro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14350" y="5130800"/>
            <a:ext cx="7480300" cy="3505200"/>
          </a:xfrm>
          <a:prstGeom prst="roundRect">
            <a:avLst>
              <a:gd name="adj" fmla="val 4348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4700" y="539115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952500" y="55689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6" name="Text 33"/>
          <p:cNvSpPr/>
          <p:nvPr/>
        </p:nvSpPr>
        <p:spPr>
          <a:xfrm>
            <a:off x="1536700" y="551815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03275" y="6254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8" name="Text 35"/>
          <p:cNvSpPr/>
          <p:nvPr/>
        </p:nvSpPr>
        <p:spPr>
          <a:xfrm>
            <a:off x="1066800" y="6203950"/>
            <a:ext cx="195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Lire couple réel (en Nm)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03275" y="6610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0" name="Text 37"/>
          <p:cNvSpPr/>
          <p:nvPr/>
        </p:nvSpPr>
        <p:spPr>
          <a:xfrm>
            <a:off x="1066800" y="655955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Stabiliser la mesure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03275" y="6965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2" name="Text 39"/>
          <p:cNvSpPr/>
          <p:nvPr/>
        </p:nvSpPr>
        <p:spPr>
          <a:xfrm>
            <a:off x="1066800" y="69151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Détecter incohérences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03275" y="7321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4" name="Text 41"/>
          <p:cNvSpPr/>
          <p:nvPr/>
        </p:nvSpPr>
        <p:spPr>
          <a:xfrm>
            <a:off x="1066800" y="7270750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Stocker les valeurs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74700" y="7677150"/>
            <a:ext cx="703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Couplemètres : signaux 0-10V ou digitaux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61350" y="5130800"/>
            <a:ext cx="7480300" cy="3505200"/>
          </a:xfrm>
          <a:prstGeom prst="roundRect">
            <a:avLst>
              <a:gd name="adj" fmla="val 4348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521700" y="539115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AD46FF">
              <a:alpha val="20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8699500" y="55689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49" name="Text 46"/>
          <p:cNvSpPr/>
          <p:nvPr/>
        </p:nvSpPr>
        <p:spPr>
          <a:xfrm>
            <a:off x="9283700" y="5518150"/>
            <a:ext cx="149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550275" y="6254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1" name="Text 48"/>
          <p:cNvSpPr/>
          <p:nvPr/>
        </p:nvSpPr>
        <p:spPr>
          <a:xfrm>
            <a:off x="8813800" y="620395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IHM opérateur intuitive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550275" y="6610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3" name="Text 50"/>
          <p:cNvSpPr/>
          <p:nvPr/>
        </p:nvSpPr>
        <p:spPr>
          <a:xfrm>
            <a:off x="8813800" y="6559550"/>
            <a:ext cx="214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 supervision et rapports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550275" y="6965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5" name="Text 52"/>
          <p:cNvSpPr/>
          <p:nvPr/>
        </p:nvSpPr>
        <p:spPr>
          <a:xfrm>
            <a:off x="8813800" y="6915150"/>
            <a:ext cx="189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Transmission BT / WiFi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550275" y="7321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7" name="Text 54"/>
          <p:cNvSpPr/>
          <p:nvPr/>
        </p:nvSpPr>
        <p:spPr>
          <a:xfrm>
            <a:off x="8813800" y="727075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Rapports automatiques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0F0F"/>
              </a:gs>
              <a:gs pos="50000">
                <a:srgbClr val="1F1F2F"/>
              </a:gs>
              <a:gs pos="100000">
                <a:srgbClr val="1A1A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18770660439-4636190af475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5000"/>
                </a:srgbClr>
              </a:gs>
              <a:gs pos="100000">
                <a:srgbClr val="000000">
                  <a:alpha val="8500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Architecture API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Automate &amp; Logigrammes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479550"/>
            <a:ext cx="6007100" cy="3530600"/>
          </a:xfrm>
          <a:prstGeom prst="roundRect">
            <a:avLst>
              <a:gd name="adj" fmla="val 2878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8500" y="1676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1119" y="8334"/>
                </a:moveTo>
                <a:cubicBezTo>
                  <a:pt x="61119" y="3716"/>
                  <a:pt x="57403" y="0"/>
                  <a:pt x="52784" y="0"/>
                </a:cubicBezTo>
                <a:cubicBezTo>
                  <a:pt x="48166" y="0"/>
                  <a:pt x="44450" y="3716"/>
                  <a:pt x="44450" y="8334"/>
                </a:cubicBezTo>
                <a:lnTo>
                  <a:pt x="44450" y="22225"/>
                </a:lnTo>
                <a:cubicBezTo>
                  <a:pt x="32192" y="22225"/>
                  <a:pt x="22225" y="32192"/>
                  <a:pt x="22225" y="44450"/>
                </a:cubicBezTo>
                <a:lnTo>
                  <a:pt x="8334" y="44450"/>
                </a:lnTo>
                <a:cubicBezTo>
                  <a:pt x="3716" y="44450"/>
                  <a:pt x="0" y="48166"/>
                  <a:pt x="0" y="52784"/>
                </a:cubicBezTo>
                <a:cubicBezTo>
                  <a:pt x="0" y="57403"/>
                  <a:pt x="3716" y="61119"/>
                  <a:pt x="8334" y="61119"/>
                </a:cubicBezTo>
                <a:lnTo>
                  <a:pt x="22225" y="61119"/>
                </a:lnTo>
                <a:lnTo>
                  <a:pt x="22225" y="80566"/>
                </a:lnTo>
                <a:lnTo>
                  <a:pt x="8334" y="80566"/>
                </a:lnTo>
                <a:cubicBezTo>
                  <a:pt x="3716" y="80566"/>
                  <a:pt x="0" y="84281"/>
                  <a:pt x="0" y="88900"/>
                </a:cubicBezTo>
                <a:cubicBezTo>
                  <a:pt x="0" y="93519"/>
                  <a:pt x="3716" y="97234"/>
                  <a:pt x="8334" y="97234"/>
                </a:cubicBezTo>
                <a:lnTo>
                  <a:pt x="22225" y="97234"/>
                </a:lnTo>
                <a:lnTo>
                  <a:pt x="22225" y="116681"/>
                </a:lnTo>
                <a:lnTo>
                  <a:pt x="8334" y="116681"/>
                </a:lnTo>
                <a:cubicBezTo>
                  <a:pt x="3716" y="116681"/>
                  <a:pt x="0" y="120397"/>
                  <a:pt x="0" y="125016"/>
                </a:cubicBezTo>
                <a:cubicBezTo>
                  <a:pt x="0" y="129634"/>
                  <a:pt x="3716" y="133350"/>
                  <a:pt x="8334" y="133350"/>
                </a:cubicBezTo>
                <a:lnTo>
                  <a:pt x="22225" y="133350"/>
                </a:lnTo>
                <a:cubicBezTo>
                  <a:pt x="22225" y="145608"/>
                  <a:pt x="32192" y="155575"/>
                  <a:pt x="44450" y="155575"/>
                </a:cubicBezTo>
                <a:lnTo>
                  <a:pt x="44450" y="169466"/>
                </a:lnTo>
                <a:cubicBezTo>
                  <a:pt x="44450" y="174084"/>
                  <a:pt x="48166" y="177800"/>
                  <a:pt x="52784" y="177800"/>
                </a:cubicBezTo>
                <a:cubicBezTo>
                  <a:pt x="57403" y="177800"/>
                  <a:pt x="61119" y="174084"/>
                  <a:pt x="61119" y="169466"/>
                </a:cubicBezTo>
                <a:lnTo>
                  <a:pt x="61119" y="155575"/>
                </a:lnTo>
                <a:lnTo>
                  <a:pt x="80566" y="155575"/>
                </a:lnTo>
                <a:lnTo>
                  <a:pt x="80566" y="169466"/>
                </a:lnTo>
                <a:cubicBezTo>
                  <a:pt x="80566" y="174084"/>
                  <a:pt x="84281" y="177800"/>
                  <a:pt x="88900" y="177800"/>
                </a:cubicBezTo>
                <a:cubicBezTo>
                  <a:pt x="93519" y="177800"/>
                  <a:pt x="97234" y="174084"/>
                  <a:pt x="97234" y="169466"/>
                </a:cubicBezTo>
                <a:lnTo>
                  <a:pt x="97234" y="155575"/>
                </a:lnTo>
                <a:lnTo>
                  <a:pt x="116681" y="155575"/>
                </a:lnTo>
                <a:lnTo>
                  <a:pt x="116681" y="169466"/>
                </a:lnTo>
                <a:cubicBezTo>
                  <a:pt x="116681" y="174084"/>
                  <a:pt x="120397" y="177800"/>
                  <a:pt x="125016" y="177800"/>
                </a:cubicBezTo>
                <a:cubicBezTo>
                  <a:pt x="129634" y="177800"/>
                  <a:pt x="133350" y="174084"/>
                  <a:pt x="133350" y="169466"/>
                </a:cubicBezTo>
                <a:lnTo>
                  <a:pt x="133350" y="155575"/>
                </a:lnTo>
                <a:cubicBezTo>
                  <a:pt x="145608" y="155575"/>
                  <a:pt x="155575" y="145608"/>
                  <a:pt x="155575" y="133350"/>
                </a:cubicBezTo>
                <a:lnTo>
                  <a:pt x="169466" y="133350"/>
                </a:lnTo>
                <a:cubicBezTo>
                  <a:pt x="174084" y="133350"/>
                  <a:pt x="177800" y="129634"/>
                  <a:pt x="177800" y="125016"/>
                </a:cubicBezTo>
                <a:cubicBezTo>
                  <a:pt x="177800" y="120397"/>
                  <a:pt x="174084" y="116681"/>
                  <a:pt x="169466" y="116681"/>
                </a:cubicBezTo>
                <a:lnTo>
                  <a:pt x="155575" y="116681"/>
                </a:lnTo>
                <a:lnTo>
                  <a:pt x="155575" y="97234"/>
                </a:lnTo>
                <a:lnTo>
                  <a:pt x="169466" y="97234"/>
                </a:lnTo>
                <a:cubicBezTo>
                  <a:pt x="174084" y="97234"/>
                  <a:pt x="177800" y="93519"/>
                  <a:pt x="177800" y="88900"/>
                </a:cubicBezTo>
                <a:cubicBezTo>
                  <a:pt x="177800" y="84281"/>
                  <a:pt x="174084" y="80566"/>
                  <a:pt x="169466" y="80566"/>
                </a:cubicBezTo>
                <a:lnTo>
                  <a:pt x="155575" y="80566"/>
                </a:lnTo>
                <a:lnTo>
                  <a:pt x="155575" y="61119"/>
                </a:lnTo>
                <a:lnTo>
                  <a:pt x="169466" y="61119"/>
                </a:lnTo>
                <a:cubicBezTo>
                  <a:pt x="174084" y="61119"/>
                  <a:pt x="177800" y="57403"/>
                  <a:pt x="177800" y="52784"/>
                </a:cubicBezTo>
                <a:cubicBezTo>
                  <a:pt x="177800" y="48166"/>
                  <a:pt x="174084" y="44450"/>
                  <a:pt x="169466" y="44450"/>
                </a:cubicBezTo>
                <a:lnTo>
                  <a:pt x="155575" y="44450"/>
                </a:lnTo>
                <a:cubicBezTo>
                  <a:pt x="155575" y="32192"/>
                  <a:pt x="145608" y="22225"/>
                  <a:pt x="133350" y="22225"/>
                </a:cubicBezTo>
                <a:lnTo>
                  <a:pt x="133350" y="8334"/>
                </a:lnTo>
                <a:cubicBezTo>
                  <a:pt x="133350" y="3716"/>
                  <a:pt x="129634" y="0"/>
                  <a:pt x="125016" y="0"/>
                </a:cubicBezTo>
                <a:cubicBezTo>
                  <a:pt x="120397" y="0"/>
                  <a:pt x="116681" y="3716"/>
                  <a:pt x="116681" y="8334"/>
                </a:cubicBezTo>
                <a:lnTo>
                  <a:pt x="116681" y="22225"/>
                </a:lnTo>
                <a:lnTo>
                  <a:pt x="97234" y="22225"/>
                </a:lnTo>
                <a:lnTo>
                  <a:pt x="97234" y="8334"/>
                </a:lnTo>
                <a:cubicBezTo>
                  <a:pt x="97234" y="3716"/>
                  <a:pt x="93519" y="0"/>
                  <a:pt x="88900" y="0"/>
                </a:cubicBezTo>
                <a:cubicBezTo>
                  <a:pt x="84281" y="0"/>
                  <a:pt x="80566" y="3716"/>
                  <a:pt x="80566" y="8334"/>
                </a:cubicBezTo>
                <a:lnTo>
                  <a:pt x="80566" y="22225"/>
                </a:lnTo>
                <a:lnTo>
                  <a:pt x="61119" y="22225"/>
                </a:lnTo>
                <a:lnTo>
                  <a:pt x="61119" y="8334"/>
                </a:lnTo>
                <a:close/>
                <a:moveTo>
                  <a:pt x="55563" y="44450"/>
                </a:moveTo>
                <a:lnTo>
                  <a:pt x="122238" y="44450"/>
                </a:lnTo>
                <a:cubicBezTo>
                  <a:pt x="128384" y="44450"/>
                  <a:pt x="133350" y="49416"/>
                  <a:pt x="133350" y="55563"/>
                </a:cubicBezTo>
                <a:lnTo>
                  <a:pt x="133350" y="122238"/>
                </a:lnTo>
                <a:cubicBezTo>
                  <a:pt x="133350" y="128384"/>
                  <a:pt x="128384" y="133350"/>
                  <a:pt x="122238" y="133350"/>
                </a:cubicBezTo>
                <a:lnTo>
                  <a:pt x="55563" y="133350"/>
                </a:lnTo>
                <a:cubicBezTo>
                  <a:pt x="49416" y="133350"/>
                  <a:pt x="44450" y="128384"/>
                  <a:pt x="44450" y="122238"/>
                </a:cubicBezTo>
                <a:lnTo>
                  <a:pt x="44450" y="55563"/>
                </a:lnTo>
                <a:cubicBezTo>
                  <a:pt x="44450" y="49416"/>
                  <a:pt x="49416" y="44450"/>
                  <a:pt x="55563" y="44450"/>
                </a:cubicBezTo>
                <a:close/>
                <a:moveTo>
                  <a:pt x="61119" y="61119"/>
                </a:moveTo>
                <a:lnTo>
                  <a:pt x="61119" y="116681"/>
                </a:lnTo>
                <a:lnTo>
                  <a:pt x="116681" y="116681"/>
                </a:lnTo>
                <a:lnTo>
                  <a:pt x="116681" y="61119"/>
                </a:lnTo>
                <a:lnTo>
                  <a:pt x="61119" y="61119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9" name="Text 6"/>
          <p:cNvSpPr/>
          <p:nvPr/>
        </p:nvSpPr>
        <p:spPr>
          <a:xfrm>
            <a:off x="1003300" y="1638300"/>
            <a:ext cx="544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Logiciels S7-300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3100" y="19939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FB2C36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68350" y="2089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9"/>
          <p:cNvSpPr/>
          <p:nvPr/>
        </p:nvSpPr>
        <p:spPr>
          <a:xfrm>
            <a:off x="1041400" y="20701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Sécurités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3100" y="24130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2B7FFF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68350" y="2508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41400" y="2489200"/>
            <a:ext cx="96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Vérin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73100" y="28321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FF6900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68350" y="292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400" y="29083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Moteurs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73100" y="32512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00C950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68350" y="3346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1" name="Text 18"/>
          <p:cNvSpPr/>
          <p:nvPr/>
        </p:nvSpPr>
        <p:spPr>
          <a:xfrm>
            <a:off x="1041400" y="3327400"/>
            <a:ext cx="113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Mesure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73100" y="36703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AD46FF">
              <a:alpha val="1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68350" y="3765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24" name="Text 21"/>
          <p:cNvSpPr/>
          <p:nvPr/>
        </p:nvSpPr>
        <p:spPr>
          <a:xfrm>
            <a:off x="1041400" y="3746500"/>
            <a:ext cx="86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ISO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73100" y="40894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F0B100">
              <a:alpha val="1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68350" y="4184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7" name="Text 24"/>
          <p:cNvSpPr/>
          <p:nvPr/>
        </p:nvSpPr>
        <p:spPr>
          <a:xfrm>
            <a:off x="1041400" y="4165600"/>
            <a:ext cx="100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Cycle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73100" y="45085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00B8DB">
              <a:alpha val="1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58825" y="4603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30" name="Text 27"/>
          <p:cNvSpPr/>
          <p:nvPr/>
        </p:nvSpPr>
        <p:spPr>
          <a:xfrm>
            <a:off x="1041400" y="4584700"/>
            <a:ext cx="168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Communication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14350" y="5175250"/>
            <a:ext cx="60071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8500" y="5372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52298"/>
                </a:moveTo>
                <a:lnTo>
                  <a:pt x="141198" y="85636"/>
                </a:lnTo>
                <a:cubicBezTo>
                  <a:pt x="138003" y="88831"/>
                  <a:pt x="133246" y="89768"/>
                  <a:pt x="129079" y="88032"/>
                </a:cubicBezTo>
                <a:cubicBezTo>
                  <a:pt x="124911" y="86296"/>
                  <a:pt x="122238" y="82267"/>
                  <a:pt x="122238" y="77788"/>
                </a:cubicBezTo>
                <a:lnTo>
                  <a:pt x="122238" y="55563"/>
                </a:lnTo>
                <a:lnTo>
                  <a:pt x="11112" y="55563"/>
                </a:lnTo>
                <a:cubicBezTo>
                  <a:pt x="4966" y="55563"/>
                  <a:pt x="0" y="50597"/>
                  <a:pt x="0" y="44450"/>
                </a:cubicBezTo>
                <a:cubicBezTo>
                  <a:pt x="0" y="38303"/>
                  <a:pt x="4966" y="33337"/>
                  <a:pt x="11112" y="33337"/>
                </a:cubicBezTo>
                <a:lnTo>
                  <a:pt x="122238" y="33337"/>
                </a:lnTo>
                <a:lnTo>
                  <a:pt x="122238" y="11112"/>
                </a:lnTo>
                <a:cubicBezTo>
                  <a:pt x="122238" y="6633"/>
                  <a:pt x="124946" y="2570"/>
                  <a:pt x="129113" y="833"/>
                </a:cubicBezTo>
                <a:cubicBezTo>
                  <a:pt x="133281" y="-903"/>
                  <a:pt x="138038" y="69"/>
                  <a:pt x="141233" y="3230"/>
                </a:cubicBezTo>
                <a:lnTo>
                  <a:pt x="174570" y="36567"/>
                </a:lnTo>
                <a:cubicBezTo>
                  <a:pt x="178911" y="40908"/>
                  <a:pt x="178911" y="47957"/>
                  <a:pt x="174570" y="52298"/>
                </a:cubicBezTo>
                <a:close/>
                <a:moveTo>
                  <a:pt x="36567" y="174536"/>
                </a:moveTo>
                <a:lnTo>
                  <a:pt x="3230" y="141198"/>
                </a:lnTo>
                <a:cubicBezTo>
                  <a:pt x="-1111" y="136857"/>
                  <a:pt x="-1111" y="129808"/>
                  <a:pt x="3230" y="125467"/>
                </a:cubicBezTo>
                <a:lnTo>
                  <a:pt x="36567" y="92130"/>
                </a:lnTo>
                <a:cubicBezTo>
                  <a:pt x="39762" y="88935"/>
                  <a:pt x="44519" y="87997"/>
                  <a:pt x="48687" y="89733"/>
                </a:cubicBezTo>
                <a:cubicBezTo>
                  <a:pt x="52854" y="91470"/>
                  <a:pt x="55563" y="95533"/>
                  <a:pt x="55563" y="100013"/>
                </a:cubicBezTo>
                <a:lnTo>
                  <a:pt x="55563" y="122238"/>
                </a:lnTo>
                <a:lnTo>
                  <a:pt x="166688" y="122238"/>
                </a:lnTo>
                <a:cubicBezTo>
                  <a:pt x="172834" y="122238"/>
                  <a:pt x="177800" y="127203"/>
                  <a:pt x="177800" y="133350"/>
                </a:cubicBezTo>
                <a:cubicBezTo>
                  <a:pt x="177800" y="139497"/>
                  <a:pt x="172834" y="144463"/>
                  <a:pt x="166688" y="144463"/>
                </a:cubicBezTo>
                <a:lnTo>
                  <a:pt x="55563" y="144463"/>
                </a:lnTo>
                <a:lnTo>
                  <a:pt x="55563" y="166688"/>
                </a:lnTo>
                <a:cubicBezTo>
                  <a:pt x="55563" y="171167"/>
                  <a:pt x="52854" y="175230"/>
                  <a:pt x="48687" y="176967"/>
                </a:cubicBezTo>
                <a:cubicBezTo>
                  <a:pt x="44519" y="178703"/>
                  <a:pt x="39762" y="177731"/>
                  <a:pt x="36567" y="174570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33" name="Text 30"/>
          <p:cNvSpPr/>
          <p:nvPr/>
        </p:nvSpPr>
        <p:spPr>
          <a:xfrm>
            <a:off x="1003300" y="5334000"/>
            <a:ext cx="544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Entrées / Sorties API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3100" y="56896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Entrées TOR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73100" y="59309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AU_Stop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3100" y="61214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Capot_OK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73100" y="63119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Clé_Présente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3100" y="65024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FDC_AV / AR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566120" y="56896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Sorties TOR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566120" y="59309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Cmd_Vérin_AV/AR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3566120" y="61214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Moteur_Faible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3566120" y="63119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Moteur_Fort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566120" y="65024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Reset_Alarme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73100" y="6794500"/>
            <a:ext cx="576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Analogiques 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Couple_Mesure (0-10V), Temp_Capteur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751241" y="1511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27781"/>
                </a:moveTo>
                <a:cubicBezTo>
                  <a:pt x="0" y="18579"/>
                  <a:pt x="7466" y="11112"/>
                  <a:pt x="16669" y="11112"/>
                </a:cubicBezTo>
                <a:lnTo>
                  <a:pt x="50006" y="11112"/>
                </a:lnTo>
                <a:cubicBezTo>
                  <a:pt x="59209" y="11112"/>
                  <a:pt x="66675" y="18579"/>
                  <a:pt x="66675" y="27781"/>
                </a:cubicBezTo>
                <a:lnTo>
                  <a:pt x="66675" y="33337"/>
                </a:lnTo>
                <a:lnTo>
                  <a:pt x="111125" y="33337"/>
                </a:lnTo>
                <a:lnTo>
                  <a:pt x="111125" y="27781"/>
                </a:lnTo>
                <a:cubicBezTo>
                  <a:pt x="111125" y="18579"/>
                  <a:pt x="118591" y="11112"/>
                  <a:pt x="127794" y="11112"/>
                </a:cubicBezTo>
                <a:lnTo>
                  <a:pt x="161131" y="11112"/>
                </a:lnTo>
                <a:cubicBezTo>
                  <a:pt x="170334" y="11112"/>
                  <a:pt x="177800" y="18579"/>
                  <a:pt x="177800" y="27781"/>
                </a:cubicBezTo>
                <a:lnTo>
                  <a:pt x="177800" y="61119"/>
                </a:lnTo>
                <a:cubicBezTo>
                  <a:pt x="177800" y="70321"/>
                  <a:pt x="170334" y="77788"/>
                  <a:pt x="161131" y="77788"/>
                </a:cubicBezTo>
                <a:lnTo>
                  <a:pt x="127794" y="77788"/>
                </a:lnTo>
                <a:cubicBezTo>
                  <a:pt x="118591" y="77788"/>
                  <a:pt x="111125" y="70321"/>
                  <a:pt x="111125" y="61119"/>
                </a:cubicBezTo>
                <a:lnTo>
                  <a:pt x="111125" y="55563"/>
                </a:lnTo>
                <a:lnTo>
                  <a:pt x="66675" y="55563"/>
                </a:lnTo>
                <a:lnTo>
                  <a:pt x="66675" y="61119"/>
                </a:lnTo>
                <a:cubicBezTo>
                  <a:pt x="66675" y="63654"/>
                  <a:pt x="66085" y="66085"/>
                  <a:pt x="65078" y="68238"/>
                </a:cubicBezTo>
                <a:lnTo>
                  <a:pt x="88900" y="100013"/>
                </a:lnTo>
                <a:lnTo>
                  <a:pt x="116681" y="100013"/>
                </a:lnTo>
                <a:cubicBezTo>
                  <a:pt x="125884" y="100013"/>
                  <a:pt x="133350" y="107479"/>
                  <a:pt x="133350" y="116681"/>
                </a:cubicBezTo>
                <a:lnTo>
                  <a:pt x="133350" y="150019"/>
                </a:lnTo>
                <a:cubicBezTo>
                  <a:pt x="133350" y="159221"/>
                  <a:pt x="125884" y="166688"/>
                  <a:pt x="116681" y="166688"/>
                </a:cubicBezTo>
                <a:lnTo>
                  <a:pt x="83344" y="166688"/>
                </a:lnTo>
                <a:cubicBezTo>
                  <a:pt x="74141" y="166688"/>
                  <a:pt x="66675" y="159221"/>
                  <a:pt x="66675" y="150019"/>
                </a:cubicBezTo>
                <a:lnTo>
                  <a:pt x="66675" y="116681"/>
                </a:lnTo>
                <a:cubicBezTo>
                  <a:pt x="66675" y="114146"/>
                  <a:pt x="67265" y="111715"/>
                  <a:pt x="68272" y="109562"/>
                </a:cubicBezTo>
                <a:lnTo>
                  <a:pt x="44450" y="77788"/>
                </a:lnTo>
                <a:lnTo>
                  <a:pt x="16669" y="77788"/>
                </a:lnTo>
                <a:cubicBezTo>
                  <a:pt x="7466" y="77788"/>
                  <a:pt x="0" y="70321"/>
                  <a:pt x="0" y="61119"/>
                </a:cubicBezTo>
                <a:lnTo>
                  <a:pt x="0" y="27781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46" name="Text 43"/>
          <p:cNvSpPr/>
          <p:nvPr/>
        </p:nvSpPr>
        <p:spPr>
          <a:xfrm>
            <a:off x="7056041" y="1473200"/>
            <a:ext cx="877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Logigrammes Clés du Système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732191" y="1885950"/>
            <a:ext cx="9004300" cy="5181600"/>
          </a:xfrm>
          <a:prstGeom prst="roundRect">
            <a:avLst>
              <a:gd name="adj" fmla="val 1961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90941" y="2070100"/>
            <a:ext cx="294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Cycle Automatique Complet (10 États)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4795698" y="2044700"/>
            <a:ext cx="787400" cy="241300"/>
          </a:xfrm>
          <a:prstGeom prst="roundRect">
            <a:avLst>
              <a:gd name="adj" fmla="val 21053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4795698" y="2044700"/>
            <a:ext cx="863600" cy="2413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Principal</a:t>
            </a:r>
            <a:endParaRPr lang="en-US" sz="1600" dirty="0"/>
          </a:p>
        </p:txBody>
      </p:sp>
      <p:pic>
        <p:nvPicPr>
          <p:cNvPr id="51" name="Image 1" descr="https://kimi-img.moonshot.cn/pub/slides/okc/qsxomvisqhkga/images/logigramme_cycle.jpg">    </p:cNvPr>
          <p:cNvPicPr>
            <a:picLocks noChangeAspect="1"/>
          </p:cNvPicPr>
          <p:nvPr/>
        </p:nvPicPr>
        <p:blipFill>
          <a:blip r:embed="rId2"/>
          <a:srcRect l="0" r="0" t="29429" b="29430"/>
          <a:stretch/>
        </p:blipFill>
        <p:spPr>
          <a:xfrm>
            <a:off x="11109920" y="4279900"/>
            <a:ext cx="254000" cy="254000"/>
          </a:xfrm>
          <a:prstGeom prst="roundRect">
            <a:avLst>
              <a:gd name="adj" fmla="val 20000"/>
            </a:avLst>
          </a:prstGeom>
        </p:spPr>
      </p:pic>
      <p:sp>
        <p:nvSpPr>
          <p:cNvPr id="52" name="Text 48"/>
          <p:cNvSpPr/>
          <p:nvPr/>
        </p:nvSpPr>
        <p:spPr>
          <a:xfrm>
            <a:off x="6852841" y="652780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État 0 → Vérif. sécurités → Détection → Positionnement → Sélection moteur → Application couple → Stabilisation → Acquisition → ISO/Calibration → Retour zéro → Fin</a:t>
            </a:r>
            <a:endParaRPr lang="en-US" sz="1600" dirty="0"/>
          </a:p>
        </p:txBody>
      </p:sp>
      <p:sp>
        <p:nvSpPr>
          <p:cNvPr id="53" name="Shape 49"/>
          <p:cNvSpPr/>
          <p:nvPr/>
        </p:nvSpPr>
        <p:spPr>
          <a:xfrm>
            <a:off x="6732191" y="7232650"/>
            <a:ext cx="4419600" cy="1397000"/>
          </a:xfrm>
          <a:prstGeom prst="roundRect">
            <a:avLst>
              <a:gd name="adj" fmla="val 727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890941" y="741680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Vérification Sécurités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10257036" y="7391400"/>
            <a:ext cx="736600" cy="241300"/>
          </a:xfrm>
          <a:prstGeom prst="roundRect">
            <a:avLst>
              <a:gd name="adj" fmla="val 21053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56" name="Text 52"/>
          <p:cNvSpPr/>
          <p:nvPr/>
        </p:nvSpPr>
        <p:spPr>
          <a:xfrm>
            <a:off x="10257036" y="7391400"/>
            <a:ext cx="812800" cy="2413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A2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Critique</a:t>
            </a:r>
            <a:endParaRPr lang="en-US" sz="1600" dirty="0"/>
          </a:p>
        </p:txBody>
      </p:sp>
      <p:pic>
        <p:nvPicPr>
          <p:cNvPr id="57" name="Image 2" descr="https://kimi-img.moonshot.cn/pub/slides/okc/qsxomvisqhkga/images/logigramme_securite.jpg">    </p:cNvPr>
          <p:cNvPicPr>
            <a:picLocks noChangeAspect="1"/>
          </p:cNvPicPr>
          <p:nvPr/>
        </p:nvPicPr>
        <p:blipFill>
          <a:blip r:embed="rId3"/>
          <a:srcRect l="0" r="0" t="26501" b="26501"/>
          <a:stretch/>
        </p:blipFill>
        <p:spPr>
          <a:xfrm>
            <a:off x="8816181" y="7734300"/>
            <a:ext cx="254000" cy="254000"/>
          </a:xfrm>
          <a:prstGeom prst="roundRect">
            <a:avLst>
              <a:gd name="adj" fmla="val 20000"/>
            </a:avLst>
          </a:prstGeom>
        </p:spPr>
      </p:pic>
      <p:sp>
        <p:nvSpPr>
          <p:cNvPr id="58" name="Text 53"/>
          <p:cNvSpPr/>
          <p:nvPr/>
        </p:nvSpPr>
        <p:spPr>
          <a:xfrm>
            <a:off x="6890941" y="8089900"/>
            <a:ext cx="4178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conditions : Capot, AU, Clé, FDC, Température, Hygrométrie, Communication PC</a:t>
            </a:r>
            <a:endParaRPr lang="en-US" sz="1600" dirty="0"/>
          </a:p>
        </p:txBody>
      </p:sp>
      <p:sp>
        <p:nvSpPr>
          <p:cNvPr id="59" name="Shape 54"/>
          <p:cNvSpPr/>
          <p:nvPr/>
        </p:nvSpPr>
        <p:spPr>
          <a:xfrm>
            <a:off x="11319470" y="7232650"/>
            <a:ext cx="4419600" cy="1397000"/>
          </a:xfrm>
          <a:prstGeom prst="roundRect">
            <a:avLst>
              <a:gd name="adj" fmla="val 727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11478220" y="7416800"/>
            <a:ext cx="237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Sélection Moteur &amp; Précharge</a:t>
            </a:r>
            <a:endParaRPr lang="en-US" sz="1600" dirty="0"/>
          </a:p>
        </p:txBody>
      </p:sp>
      <p:sp>
        <p:nvSpPr>
          <p:cNvPr id="61" name="Shape 56"/>
          <p:cNvSpPr/>
          <p:nvPr/>
        </p:nvSpPr>
        <p:spPr>
          <a:xfrm>
            <a:off x="14815344" y="7391400"/>
            <a:ext cx="762000" cy="241300"/>
          </a:xfrm>
          <a:prstGeom prst="roundRect">
            <a:avLst>
              <a:gd name="adj" fmla="val 21053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62" name="Text 57"/>
          <p:cNvSpPr/>
          <p:nvPr/>
        </p:nvSpPr>
        <p:spPr>
          <a:xfrm>
            <a:off x="14815344" y="7391400"/>
            <a:ext cx="838200" cy="2413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EC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Moteurs</a:t>
            </a:r>
            <a:endParaRPr lang="en-US" sz="1600" dirty="0"/>
          </a:p>
        </p:txBody>
      </p:sp>
      <p:pic>
        <p:nvPicPr>
          <p:cNvPr id="63" name="Image 3" descr="https://kimi-img.moonshot.cn/pub/slides/okc/qsxomvisqhkga/images/logigramme_moteur.jpg">    </p:cNvPr>
          <p:cNvPicPr>
            <a:picLocks noChangeAspect="1"/>
          </p:cNvPicPr>
          <p:nvPr/>
        </p:nvPicPr>
        <p:blipFill>
          <a:blip r:embed="rId4"/>
          <a:srcRect l="0" r="0" t="23488" b="23488"/>
          <a:stretch/>
        </p:blipFill>
        <p:spPr>
          <a:xfrm>
            <a:off x="13403461" y="7734300"/>
            <a:ext cx="254000" cy="254000"/>
          </a:xfrm>
          <a:prstGeom prst="roundRect">
            <a:avLst>
              <a:gd name="adj" fmla="val 20000"/>
            </a:avLst>
          </a:prstGeom>
        </p:spPr>
      </p:pic>
      <p:sp>
        <p:nvSpPr>
          <p:cNvPr id="64" name="Text 58"/>
          <p:cNvSpPr/>
          <p:nvPr/>
        </p:nvSpPr>
        <p:spPr>
          <a:xfrm>
            <a:off x="11478220" y="8089900"/>
            <a:ext cx="4178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Sélection plage → Activation moteur → Précharge → Vérification seuil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0A0A"/>
              </a:gs>
              <a:gs pos="5000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81091226825-a6a2a5aee158?w=1280&amp;h=720&amp;fit=crop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85000"/>
                </a:srgbClr>
              </a:gs>
              <a:gs pos="100000">
                <a:srgbClr val="0000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Sécurités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Système de Sécurité Multi-Niveaux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581150"/>
            <a:ext cx="7454900" cy="2806700"/>
          </a:xfrm>
          <a:prstGeom prst="roundRect">
            <a:avLst>
              <a:gd name="adj" fmla="val 543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0100" y="187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9" name="Text 6"/>
          <p:cNvSpPr/>
          <p:nvPr/>
        </p:nvSpPr>
        <p:spPr>
          <a:xfrm>
            <a:off x="1104900" y="1841500"/>
            <a:ext cx="669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Sécurité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4700" y="22987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0250" y="2298700"/>
            <a:ext cx="596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35100" y="2330450"/>
            <a:ext cx="636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1 - Critique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35100" y="2584450"/>
            <a:ext cx="635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+ AU + Clé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4700" y="29591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30250" y="2959100"/>
            <a:ext cx="596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35100" y="2990850"/>
            <a:ext cx="636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2 - Surveillance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35100" y="3244850"/>
            <a:ext cx="635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FDC + Température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4700" y="3619500"/>
            <a:ext cx="508000" cy="508000"/>
          </a:xfrm>
          <a:prstGeom prst="roundRect">
            <a:avLst>
              <a:gd name="adj" fmla="val 10000"/>
            </a:avLst>
          </a:prstGeom>
          <a:solidFill>
            <a:srgbClr val="F0B100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30250" y="3619500"/>
            <a:ext cx="596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35100" y="3651250"/>
            <a:ext cx="636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3 - Protection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35100" y="3905250"/>
            <a:ext cx="635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Surcharge + Communication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4350" y="4603750"/>
            <a:ext cx="7454900" cy="2247900"/>
          </a:xfrm>
          <a:prstGeom prst="roundRect">
            <a:avLst>
              <a:gd name="adj" fmla="val 678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0100" y="4902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24" name="Text 21"/>
          <p:cNvSpPr/>
          <p:nvPr/>
        </p:nvSpPr>
        <p:spPr>
          <a:xfrm>
            <a:off x="1104900" y="4864100"/>
            <a:ext cx="669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Défauts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1213" y="5308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00013" y="22225"/>
                </a:moveTo>
                <a:lnTo>
                  <a:pt x="122238" y="22225"/>
                </a:lnTo>
                <a:lnTo>
                  <a:pt x="122238" y="166688"/>
                </a:lnTo>
                <a:cubicBezTo>
                  <a:pt x="122238" y="172834"/>
                  <a:pt x="127203" y="177800"/>
                  <a:pt x="133350" y="177800"/>
                </a:cubicBezTo>
                <a:lnTo>
                  <a:pt x="144463" y="177800"/>
                </a:lnTo>
                <a:cubicBezTo>
                  <a:pt x="150609" y="177800"/>
                  <a:pt x="155575" y="172834"/>
                  <a:pt x="155575" y="166688"/>
                </a:cubicBezTo>
                <a:cubicBezTo>
                  <a:pt x="155575" y="160541"/>
                  <a:pt x="150609" y="155575"/>
                  <a:pt x="144463" y="155575"/>
                </a:cubicBezTo>
                <a:lnTo>
                  <a:pt x="144463" y="22225"/>
                </a:lnTo>
                <a:cubicBezTo>
                  <a:pt x="144463" y="9967"/>
                  <a:pt x="134496" y="0"/>
                  <a:pt x="122238" y="0"/>
                </a:cubicBezTo>
                <a:lnTo>
                  <a:pt x="88900" y="0"/>
                </a:lnTo>
                <a:lnTo>
                  <a:pt x="88900" y="0"/>
                </a:lnTo>
                <a:lnTo>
                  <a:pt x="33337" y="0"/>
                </a:lnTo>
                <a:cubicBezTo>
                  <a:pt x="21079" y="0"/>
                  <a:pt x="11112" y="9967"/>
                  <a:pt x="11112" y="22225"/>
                </a:cubicBezTo>
                <a:lnTo>
                  <a:pt x="11112" y="155575"/>
                </a:lnTo>
                <a:cubicBezTo>
                  <a:pt x="4966" y="155575"/>
                  <a:pt x="0" y="160541"/>
                  <a:pt x="0" y="166688"/>
                </a:cubicBezTo>
                <a:cubicBezTo>
                  <a:pt x="0" y="172834"/>
                  <a:pt x="4966" y="177800"/>
                  <a:pt x="11112" y="177800"/>
                </a:cubicBezTo>
                <a:lnTo>
                  <a:pt x="88900" y="177800"/>
                </a:lnTo>
                <a:cubicBezTo>
                  <a:pt x="95047" y="177800"/>
                  <a:pt x="100013" y="172834"/>
                  <a:pt x="100013" y="166688"/>
                </a:cubicBezTo>
                <a:lnTo>
                  <a:pt x="100013" y="22225"/>
                </a:lnTo>
                <a:close/>
                <a:moveTo>
                  <a:pt x="55563" y="88900"/>
                </a:moveTo>
                <a:cubicBezTo>
                  <a:pt x="55563" y="82767"/>
                  <a:pt x="60542" y="77788"/>
                  <a:pt x="66675" y="77788"/>
                </a:cubicBezTo>
                <a:cubicBezTo>
                  <a:pt x="72808" y="77788"/>
                  <a:pt x="77788" y="82767"/>
                  <a:pt x="77788" y="88900"/>
                </a:cubicBezTo>
                <a:cubicBezTo>
                  <a:pt x="77788" y="95033"/>
                  <a:pt x="72808" y="100013"/>
                  <a:pt x="66675" y="100013"/>
                </a:cubicBezTo>
                <a:cubicBezTo>
                  <a:pt x="60542" y="100013"/>
                  <a:pt x="55563" y="95033"/>
                  <a:pt x="55563" y="889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6" name="Text 23"/>
          <p:cNvSpPr/>
          <p:nvPr/>
        </p:nvSpPr>
        <p:spPr>
          <a:xfrm>
            <a:off x="1098550" y="5270500"/>
            <a:ext cx="251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ouvert → Arrêt immédiat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00100" y="566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00013" y="11112"/>
                </a:moveTo>
                <a:cubicBezTo>
                  <a:pt x="100013" y="4966"/>
                  <a:pt x="95047" y="0"/>
                  <a:pt x="88900" y="0"/>
                </a:cubicBezTo>
                <a:cubicBezTo>
                  <a:pt x="82753" y="0"/>
                  <a:pt x="77788" y="4966"/>
                  <a:pt x="77788" y="11112"/>
                </a:cubicBezTo>
                <a:lnTo>
                  <a:pt x="77788" y="83344"/>
                </a:lnTo>
                <a:cubicBezTo>
                  <a:pt x="77788" y="86400"/>
                  <a:pt x="75287" y="88900"/>
                  <a:pt x="72231" y="88900"/>
                </a:cubicBezTo>
                <a:cubicBezTo>
                  <a:pt x="69175" y="88900"/>
                  <a:pt x="66675" y="86400"/>
                  <a:pt x="66675" y="83344"/>
                </a:cubicBezTo>
                <a:lnTo>
                  <a:pt x="66675" y="22225"/>
                </a:lnTo>
                <a:cubicBezTo>
                  <a:pt x="66675" y="16078"/>
                  <a:pt x="61709" y="11112"/>
                  <a:pt x="55563" y="11112"/>
                </a:cubicBezTo>
                <a:cubicBezTo>
                  <a:pt x="49416" y="11112"/>
                  <a:pt x="44450" y="16078"/>
                  <a:pt x="44450" y="22225"/>
                </a:cubicBezTo>
                <a:lnTo>
                  <a:pt x="44450" y="116681"/>
                </a:lnTo>
                <a:cubicBezTo>
                  <a:pt x="44450" y="117202"/>
                  <a:pt x="44450" y="117758"/>
                  <a:pt x="44485" y="118279"/>
                </a:cubicBezTo>
                <a:lnTo>
                  <a:pt x="23475" y="98276"/>
                </a:lnTo>
                <a:cubicBezTo>
                  <a:pt x="17919" y="92998"/>
                  <a:pt x="9133" y="93206"/>
                  <a:pt x="3820" y="98762"/>
                </a:cubicBezTo>
                <a:cubicBezTo>
                  <a:pt x="-1493" y="104319"/>
                  <a:pt x="-1250" y="113104"/>
                  <a:pt x="4306" y="118418"/>
                </a:cubicBezTo>
                <a:lnTo>
                  <a:pt x="43339" y="155575"/>
                </a:lnTo>
                <a:cubicBezTo>
                  <a:pt x="58306" y="169848"/>
                  <a:pt x="78204" y="177800"/>
                  <a:pt x="98901" y="177800"/>
                </a:cubicBezTo>
                <a:lnTo>
                  <a:pt x="105569" y="177800"/>
                </a:lnTo>
                <a:cubicBezTo>
                  <a:pt x="139323" y="177800"/>
                  <a:pt x="166688" y="150435"/>
                  <a:pt x="166688" y="116681"/>
                </a:cubicBezTo>
                <a:lnTo>
                  <a:pt x="166688" y="44450"/>
                </a:lnTo>
                <a:cubicBezTo>
                  <a:pt x="166688" y="38303"/>
                  <a:pt x="161722" y="33337"/>
                  <a:pt x="155575" y="33337"/>
                </a:cubicBezTo>
                <a:cubicBezTo>
                  <a:pt x="149428" y="33337"/>
                  <a:pt x="144463" y="38303"/>
                  <a:pt x="144463" y="44450"/>
                </a:cubicBezTo>
                <a:lnTo>
                  <a:pt x="144463" y="83344"/>
                </a:lnTo>
                <a:cubicBezTo>
                  <a:pt x="144463" y="86400"/>
                  <a:pt x="141962" y="88900"/>
                  <a:pt x="138906" y="88900"/>
                </a:cubicBezTo>
                <a:cubicBezTo>
                  <a:pt x="135850" y="88900"/>
                  <a:pt x="133350" y="86400"/>
                  <a:pt x="133350" y="83344"/>
                </a:cubicBezTo>
                <a:lnTo>
                  <a:pt x="133350" y="22225"/>
                </a:lnTo>
                <a:cubicBezTo>
                  <a:pt x="133350" y="16078"/>
                  <a:pt x="128384" y="11112"/>
                  <a:pt x="122238" y="11112"/>
                </a:cubicBezTo>
                <a:cubicBezTo>
                  <a:pt x="116091" y="11112"/>
                  <a:pt x="111125" y="16078"/>
                  <a:pt x="111125" y="22225"/>
                </a:cubicBezTo>
                <a:lnTo>
                  <a:pt x="111125" y="83344"/>
                </a:lnTo>
                <a:cubicBezTo>
                  <a:pt x="111125" y="86400"/>
                  <a:pt x="108625" y="88900"/>
                  <a:pt x="105569" y="88900"/>
                </a:cubicBezTo>
                <a:cubicBezTo>
                  <a:pt x="102513" y="88900"/>
                  <a:pt x="100013" y="86400"/>
                  <a:pt x="100013" y="83344"/>
                </a:cubicBezTo>
                <a:lnTo>
                  <a:pt x="100013" y="1111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8" name="Text 25"/>
          <p:cNvSpPr/>
          <p:nvPr/>
        </p:nvSpPr>
        <p:spPr>
          <a:xfrm>
            <a:off x="1098550" y="5626100"/>
            <a:ext cx="224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 activé → Coupure totale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00100" y="6019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57993" y="57993"/>
                </a:moveTo>
                <a:cubicBezTo>
                  <a:pt x="61258" y="54729"/>
                  <a:pt x="66536" y="54729"/>
                  <a:pt x="69766" y="57993"/>
                </a:cubicBezTo>
                <a:lnTo>
                  <a:pt x="88865" y="77093"/>
                </a:lnTo>
                <a:lnTo>
                  <a:pt x="107965" y="57993"/>
                </a:lnTo>
                <a:cubicBezTo>
                  <a:pt x="111229" y="54729"/>
                  <a:pt x="116508" y="54729"/>
                  <a:pt x="119737" y="57993"/>
                </a:cubicBezTo>
                <a:cubicBezTo>
                  <a:pt x="122967" y="61258"/>
                  <a:pt x="123001" y="66536"/>
                  <a:pt x="119737" y="69766"/>
                </a:cubicBezTo>
                <a:lnTo>
                  <a:pt x="100638" y="88865"/>
                </a:lnTo>
                <a:lnTo>
                  <a:pt x="119737" y="107965"/>
                </a:lnTo>
                <a:cubicBezTo>
                  <a:pt x="123001" y="111229"/>
                  <a:pt x="123001" y="116508"/>
                  <a:pt x="119737" y="119737"/>
                </a:cubicBezTo>
                <a:cubicBezTo>
                  <a:pt x="116473" y="122967"/>
                  <a:pt x="111194" y="123001"/>
                  <a:pt x="107965" y="119737"/>
                </a:cubicBezTo>
                <a:lnTo>
                  <a:pt x="88865" y="100638"/>
                </a:lnTo>
                <a:lnTo>
                  <a:pt x="69766" y="119737"/>
                </a:lnTo>
                <a:cubicBezTo>
                  <a:pt x="66501" y="123001"/>
                  <a:pt x="61223" y="123001"/>
                  <a:pt x="57993" y="119737"/>
                </a:cubicBezTo>
                <a:cubicBezTo>
                  <a:pt x="54764" y="116473"/>
                  <a:pt x="54729" y="111194"/>
                  <a:pt x="57993" y="107965"/>
                </a:cubicBezTo>
                <a:lnTo>
                  <a:pt x="77093" y="88865"/>
                </a:lnTo>
                <a:lnTo>
                  <a:pt x="57993" y="69766"/>
                </a:lnTo>
                <a:cubicBezTo>
                  <a:pt x="54729" y="66501"/>
                  <a:pt x="54729" y="61223"/>
                  <a:pt x="57993" y="57993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30" name="Text 27"/>
          <p:cNvSpPr/>
          <p:nvPr/>
        </p:nvSpPr>
        <p:spPr>
          <a:xfrm>
            <a:off x="1098550" y="59817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 absente → Cycle bloqué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00100" y="6375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40226" y="11946"/>
                </a:moveTo>
                <a:cubicBezTo>
                  <a:pt x="144393" y="10210"/>
                  <a:pt x="149151" y="11182"/>
                  <a:pt x="152345" y="14342"/>
                </a:cubicBezTo>
                <a:lnTo>
                  <a:pt x="174570" y="36567"/>
                </a:lnTo>
                <a:cubicBezTo>
                  <a:pt x="176654" y="38651"/>
                  <a:pt x="177835" y="41464"/>
                  <a:pt x="177835" y="44415"/>
                </a:cubicBezTo>
                <a:cubicBezTo>
                  <a:pt x="177835" y="47367"/>
                  <a:pt x="176654" y="50180"/>
                  <a:pt x="174570" y="52263"/>
                </a:cubicBezTo>
                <a:lnTo>
                  <a:pt x="152345" y="74488"/>
                </a:lnTo>
                <a:cubicBezTo>
                  <a:pt x="149151" y="77683"/>
                  <a:pt x="144393" y="78621"/>
                  <a:pt x="140226" y="76885"/>
                </a:cubicBezTo>
                <a:cubicBezTo>
                  <a:pt x="136059" y="75148"/>
                  <a:pt x="133350" y="71155"/>
                  <a:pt x="133350" y="66675"/>
                </a:cubicBezTo>
                <a:lnTo>
                  <a:pt x="133350" y="55563"/>
                </a:lnTo>
                <a:lnTo>
                  <a:pt x="122238" y="55563"/>
                </a:lnTo>
                <a:cubicBezTo>
                  <a:pt x="118730" y="55563"/>
                  <a:pt x="115431" y="57195"/>
                  <a:pt x="113348" y="60008"/>
                </a:cubicBezTo>
                <a:lnTo>
                  <a:pt x="102096" y="75009"/>
                </a:lnTo>
                <a:lnTo>
                  <a:pt x="88205" y="56500"/>
                </a:lnTo>
                <a:lnTo>
                  <a:pt x="95567" y="46672"/>
                </a:lnTo>
                <a:cubicBezTo>
                  <a:pt x="101853" y="38269"/>
                  <a:pt x="111750" y="33337"/>
                  <a:pt x="122238" y="33337"/>
                </a:cubicBezTo>
                <a:lnTo>
                  <a:pt x="133350" y="33337"/>
                </a:lnTo>
                <a:lnTo>
                  <a:pt x="133350" y="22225"/>
                </a:lnTo>
                <a:cubicBezTo>
                  <a:pt x="133350" y="17745"/>
                  <a:pt x="136059" y="13682"/>
                  <a:pt x="140226" y="11946"/>
                </a:cubicBezTo>
                <a:close/>
                <a:moveTo>
                  <a:pt x="53479" y="102791"/>
                </a:moveTo>
                <a:lnTo>
                  <a:pt x="67370" y="121300"/>
                </a:lnTo>
                <a:lnTo>
                  <a:pt x="60008" y="131128"/>
                </a:lnTo>
                <a:cubicBezTo>
                  <a:pt x="53722" y="139531"/>
                  <a:pt x="43825" y="144463"/>
                  <a:pt x="33337" y="144463"/>
                </a:cubicBezTo>
                <a:lnTo>
                  <a:pt x="11112" y="144463"/>
                </a:lnTo>
                <a:cubicBezTo>
                  <a:pt x="4966" y="144463"/>
                  <a:pt x="0" y="139497"/>
                  <a:pt x="0" y="133350"/>
                </a:cubicBezTo>
                <a:cubicBezTo>
                  <a:pt x="0" y="127203"/>
                  <a:pt x="4966" y="122238"/>
                  <a:pt x="11112" y="122238"/>
                </a:cubicBezTo>
                <a:lnTo>
                  <a:pt x="33337" y="122238"/>
                </a:lnTo>
                <a:cubicBezTo>
                  <a:pt x="36845" y="122238"/>
                  <a:pt x="40144" y="120605"/>
                  <a:pt x="42228" y="117793"/>
                </a:cubicBezTo>
                <a:lnTo>
                  <a:pt x="53479" y="102791"/>
                </a:lnTo>
                <a:close/>
                <a:moveTo>
                  <a:pt x="152311" y="163423"/>
                </a:moveTo>
                <a:cubicBezTo>
                  <a:pt x="149116" y="166618"/>
                  <a:pt x="144358" y="167556"/>
                  <a:pt x="140191" y="165819"/>
                </a:cubicBezTo>
                <a:cubicBezTo>
                  <a:pt x="136024" y="164083"/>
                  <a:pt x="133350" y="160055"/>
                  <a:pt x="133350" y="155575"/>
                </a:cubicBezTo>
                <a:lnTo>
                  <a:pt x="133350" y="144463"/>
                </a:lnTo>
                <a:lnTo>
                  <a:pt x="122238" y="144463"/>
                </a:lnTo>
                <a:cubicBezTo>
                  <a:pt x="111750" y="144463"/>
                  <a:pt x="101853" y="139531"/>
                  <a:pt x="95567" y="131128"/>
                </a:cubicBezTo>
                <a:lnTo>
                  <a:pt x="42228" y="60008"/>
                </a:lnTo>
                <a:cubicBezTo>
                  <a:pt x="40144" y="57195"/>
                  <a:pt x="36845" y="55563"/>
                  <a:pt x="33337" y="55563"/>
                </a:cubicBezTo>
                <a:lnTo>
                  <a:pt x="11112" y="55563"/>
                </a:lnTo>
                <a:cubicBezTo>
                  <a:pt x="4966" y="55563"/>
                  <a:pt x="0" y="50597"/>
                  <a:pt x="0" y="44450"/>
                </a:cubicBezTo>
                <a:cubicBezTo>
                  <a:pt x="0" y="38303"/>
                  <a:pt x="4966" y="33337"/>
                  <a:pt x="11112" y="33337"/>
                </a:cubicBezTo>
                <a:lnTo>
                  <a:pt x="33337" y="33337"/>
                </a:lnTo>
                <a:cubicBezTo>
                  <a:pt x="43825" y="33337"/>
                  <a:pt x="53722" y="38269"/>
                  <a:pt x="60008" y="46673"/>
                </a:cubicBezTo>
                <a:lnTo>
                  <a:pt x="113348" y="117793"/>
                </a:lnTo>
                <a:cubicBezTo>
                  <a:pt x="115431" y="120605"/>
                  <a:pt x="118730" y="122238"/>
                  <a:pt x="122238" y="122238"/>
                </a:cubicBezTo>
                <a:lnTo>
                  <a:pt x="133350" y="122238"/>
                </a:lnTo>
                <a:lnTo>
                  <a:pt x="133350" y="111125"/>
                </a:lnTo>
                <a:cubicBezTo>
                  <a:pt x="133350" y="106645"/>
                  <a:pt x="136059" y="102582"/>
                  <a:pt x="140226" y="100846"/>
                </a:cubicBezTo>
                <a:cubicBezTo>
                  <a:pt x="144393" y="99110"/>
                  <a:pt x="149151" y="100082"/>
                  <a:pt x="152345" y="103242"/>
                </a:cubicBezTo>
                <a:lnTo>
                  <a:pt x="174570" y="125467"/>
                </a:lnTo>
                <a:cubicBezTo>
                  <a:pt x="176654" y="127551"/>
                  <a:pt x="177835" y="130364"/>
                  <a:pt x="177835" y="133315"/>
                </a:cubicBezTo>
                <a:cubicBezTo>
                  <a:pt x="177835" y="136267"/>
                  <a:pt x="176654" y="139080"/>
                  <a:pt x="174570" y="141163"/>
                </a:cubicBezTo>
                <a:lnTo>
                  <a:pt x="152345" y="163388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32" name="Text 29"/>
          <p:cNvSpPr/>
          <p:nvPr/>
        </p:nvSpPr>
        <p:spPr>
          <a:xfrm>
            <a:off x="1098550" y="63373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FDC incohérents → Arrêt + message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286750" y="1581150"/>
            <a:ext cx="3619500" cy="1816100"/>
          </a:xfrm>
          <a:prstGeom prst="roundRect">
            <a:avLst>
              <a:gd name="adj" fmla="val 839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91700" y="1790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9969500" y="1968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2875" y="15875"/>
                </a:moveTo>
                <a:cubicBezTo>
                  <a:pt x="142875" y="7094"/>
                  <a:pt x="135781" y="0"/>
                  <a:pt x="127000" y="0"/>
                </a:cubicBezTo>
                <a:cubicBezTo>
                  <a:pt x="118219" y="0"/>
                  <a:pt x="111125" y="7094"/>
                  <a:pt x="111125" y="15875"/>
                </a:cubicBezTo>
                <a:lnTo>
                  <a:pt x="111125" y="119063"/>
                </a:lnTo>
                <a:cubicBezTo>
                  <a:pt x="111125" y="123428"/>
                  <a:pt x="107553" y="127000"/>
                  <a:pt x="103188" y="127000"/>
                </a:cubicBezTo>
                <a:cubicBezTo>
                  <a:pt x="98822" y="127000"/>
                  <a:pt x="95250" y="123428"/>
                  <a:pt x="95250" y="119063"/>
                </a:cubicBezTo>
                <a:lnTo>
                  <a:pt x="95250" y="31750"/>
                </a:lnTo>
                <a:cubicBezTo>
                  <a:pt x="95250" y="22969"/>
                  <a:pt x="88156" y="15875"/>
                  <a:pt x="79375" y="15875"/>
                </a:cubicBezTo>
                <a:cubicBezTo>
                  <a:pt x="70594" y="15875"/>
                  <a:pt x="63500" y="22969"/>
                  <a:pt x="63500" y="31750"/>
                </a:cubicBezTo>
                <a:lnTo>
                  <a:pt x="63500" y="166688"/>
                </a:lnTo>
                <a:cubicBezTo>
                  <a:pt x="63500" y="167432"/>
                  <a:pt x="63500" y="168225"/>
                  <a:pt x="63550" y="168970"/>
                </a:cubicBezTo>
                <a:lnTo>
                  <a:pt x="33536" y="140395"/>
                </a:lnTo>
                <a:cubicBezTo>
                  <a:pt x="25598" y="132854"/>
                  <a:pt x="13047" y="133152"/>
                  <a:pt x="5457" y="141089"/>
                </a:cubicBezTo>
                <a:cubicBezTo>
                  <a:pt x="-2133" y="149027"/>
                  <a:pt x="-1786" y="161578"/>
                  <a:pt x="6152" y="169168"/>
                </a:cubicBezTo>
                <a:lnTo>
                  <a:pt x="61913" y="222250"/>
                </a:lnTo>
                <a:cubicBezTo>
                  <a:pt x="83294" y="242639"/>
                  <a:pt x="111720" y="254000"/>
                  <a:pt x="141288" y="254000"/>
                </a:cubicBezTo>
                <a:lnTo>
                  <a:pt x="150813" y="254000"/>
                </a:lnTo>
                <a:cubicBezTo>
                  <a:pt x="199033" y="254000"/>
                  <a:pt x="238125" y="214908"/>
                  <a:pt x="238125" y="166688"/>
                </a:cubicBezTo>
                <a:lnTo>
                  <a:pt x="238125" y="63500"/>
                </a:lnTo>
                <a:cubicBezTo>
                  <a:pt x="238125" y="54719"/>
                  <a:pt x="231031" y="47625"/>
                  <a:pt x="222250" y="47625"/>
                </a:cubicBezTo>
                <a:cubicBezTo>
                  <a:pt x="213469" y="47625"/>
                  <a:pt x="206375" y="54719"/>
                  <a:pt x="206375" y="63500"/>
                </a:cubicBezTo>
                <a:lnTo>
                  <a:pt x="206375" y="119063"/>
                </a:lnTo>
                <a:cubicBezTo>
                  <a:pt x="206375" y="123428"/>
                  <a:pt x="202803" y="127000"/>
                  <a:pt x="198438" y="127000"/>
                </a:cubicBezTo>
                <a:cubicBezTo>
                  <a:pt x="194072" y="127000"/>
                  <a:pt x="190500" y="123428"/>
                  <a:pt x="190500" y="119063"/>
                </a:cubicBezTo>
                <a:lnTo>
                  <a:pt x="190500" y="31750"/>
                </a:lnTo>
                <a:cubicBezTo>
                  <a:pt x="190500" y="22969"/>
                  <a:pt x="183406" y="15875"/>
                  <a:pt x="174625" y="15875"/>
                </a:cubicBezTo>
                <a:cubicBezTo>
                  <a:pt x="165844" y="15875"/>
                  <a:pt x="158750" y="22969"/>
                  <a:pt x="158750" y="31750"/>
                </a:cubicBezTo>
                <a:lnTo>
                  <a:pt x="158750" y="119063"/>
                </a:lnTo>
                <a:cubicBezTo>
                  <a:pt x="158750" y="123428"/>
                  <a:pt x="155178" y="127000"/>
                  <a:pt x="150813" y="127000"/>
                </a:cubicBezTo>
                <a:cubicBezTo>
                  <a:pt x="146447" y="127000"/>
                  <a:pt x="142875" y="123428"/>
                  <a:pt x="142875" y="119063"/>
                </a:cubicBezTo>
                <a:lnTo>
                  <a:pt x="142875" y="15875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6" name="Text 33"/>
          <p:cNvSpPr/>
          <p:nvPr/>
        </p:nvSpPr>
        <p:spPr>
          <a:xfrm>
            <a:off x="8451850" y="25019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Arrêt d'Urgence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458200" y="28067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Coupure immédiate alimentation moteurs et vérin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2122150" y="1581150"/>
            <a:ext cx="3619500" cy="1816100"/>
          </a:xfrm>
          <a:prstGeom prst="roundRect">
            <a:avLst>
              <a:gd name="adj" fmla="val 839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627100" y="1790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3804900" y="1968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41" name="Text 38"/>
          <p:cNvSpPr/>
          <p:nvPr/>
        </p:nvSpPr>
        <p:spPr>
          <a:xfrm>
            <a:off x="12287250" y="25019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de Protection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2293600" y="280670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Bloquage cycle si capot ouvert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286750" y="3613150"/>
            <a:ext cx="3619500" cy="1625600"/>
          </a:xfrm>
          <a:prstGeom prst="roundRect">
            <a:avLst>
              <a:gd name="adj" fmla="val 937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791700" y="3822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0001250" y="40005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95250" y="254000"/>
                </a:moveTo>
                <a:cubicBezTo>
                  <a:pt x="42664" y="254000"/>
                  <a:pt x="0" y="211336"/>
                  <a:pt x="0" y="158750"/>
                </a:cubicBezTo>
                <a:cubicBezTo>
                  <a:pt x="0" y="113506"/>
                  <a:pt x="64591" y="22771"/>
                  <a:pt x="82649" y="-1736"/>
                </a:cubicBezTo>
                <a:cubicBezTo>
                  <a:pt x="85576" y="-5705"/>
                  <a:pt x="90190" y="-7937"/>
                  <a:pt x="95151" y="-7937"/>
                </a:cubicBezTo>
                <a:lnTo>
                  <a:pt x="95349" y="-7937"/>
                </a:lnTo>
                <a:cubicBezTo>
                  <a:pt x="100310" y="-7937"/>
                  <a:pt x="104924" y="-5705"/>
                  <a:pt x="107851" y="-1736"/>
                </a:cubicBezTo>
                <a:cubicBezTo>
                  <a:pt x="125909" y="22771"/>
                  <a:pt x="190500" y="113506"/>
                  <a:pt x="190500" y="158750"/>
                </a:cubicBezTo>
                <a:cubicBezTo>
                  <a:pt x="190500" y="211336"/>
                  <a:pt x="147836" y="254000"/>
                  <a:pt x="95250" y="254000"/>
                </a:cubicBezTo>
                <a:close/>
                <a:moveTo>
                  <a:pt x="55563" y="154781"/>
                </a:moveTo>
                <a:cubicBezTo>
                  <a:pt x="55563" y="148183"/>
                  <a:pt x="50254" y="142875"/>
                  <a:pt x="43656" y="142875"/>
                </a:cubicBezTo>
                <a:cubicBezTo>
                  <a:pt x="37058" y="142875"/>
                  <a:pt x="31750" y="148183"/>
                  <a:pt x="31750" y="154781"/>
                </a:cubicBezTo>
                <a:cubicBezTo>
                  <a:pt x="31750" y="192038"/>
                  <a:pt x="61962" y="222250"/>
                  <a:pt x="99219" y="222250"/>
                </a:cubicBezTo>
                <a:cubicBezTo>
                  <a:pt x="105817" y="222250"/>
                  <a:pt x="111125" y="216942"/>
                  <a:pt x="111125" y="210344"/>
                </a:cubicBezTo>
                <a:cubicBezTo>
                  <a:pt x="111125" y="203746"/>
                  <a:pt x="105817" y="198438"/>
                  <a:pt x="99219" y="198438"/>
                </a:cubicBezTo>
                <a:cubicBezTo>
                  <a:pt x="75109" y="198438"/>
                  <a:pt x="55563" y="178891"/>
                  <a:pt x="55563" y="154781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46" name="Text 43"/>
          <p:cNvSpPr/>
          <p:nvPr/>
        </p:nvSpPr>
        <p:spPr>
          <a:xfrm>
            <a:off x="8451850" y="45339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Hygrométrie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458200" y="483870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 continue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2122150" y="3613150"/>
            <a:ext cx="3619500" cy="1625600"/>
          </a:xfrm>
          <a:prstGeom prst="roundRect">
            <a:avLst>
              <a:gd name="adj" fmla="val 937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3627100" y="3822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3852525" y="4000500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31750" y="-15875"/>
                </a:moveTo>
                <a:cubicBezTo>
                  <a:pt x="14238" y="-15875"/>
                  <a:pt x="0" y="-1637"/>
                  <a:pt x="0" y="15875"/>
                </a:cubicBezTo>
                <a:lnTo>
                  <a:pt x="0" y="190500"/>
                </a:lnTo>
                <a:cubicBezTo>
                  <a:pt x="0" y="234355"/>
                  <a:pt x="35520" y="269875"/>
                  <a:pt x="79375" y="269875"/>
                </a:cubicBezTo>
                <a:cubicBezTo>
                  <a:pt x="123230" y="269875"/>
                  <a:pt x="158750" y="234355"/>
                  <a:pt x="158750" y="190500"/>
                </a:cubicBezTo>
                <a:lnTo>
                  <a:pt x="158750" y="15875"/>
                </a:lnTo>
                <a:cubicBezTo>
                  <a:pt x="158750" y="-1637"/>
                  <a:pt x="144512" y="-15875"/>
                  <a:pt x="127000" y="-15875"/>
                </a:cubicBezTo>
                <a:lnTo>
                  <a:pt x="31750" y="-15875"/>
                </a:lnTo>
                <a:close/>
                <a:moveTo>
                  <a:pt x="79375" y="178594"/>
                </a:moveTo>
                <a:cubicBezTo>
                  <a:pt x="94704" y="178594"/>
                  <a:pt x="107156" y="191046"/>
                  <a:pt x="107156" y="206375"/>
                </a:cubicBezTo>
                <a:cubicBezTo>
                  <a:pt x="107156" y="221704"/>
                  <a:pt x="94704" y="234156"/>
                  <a:pt x="79375" y="234156"/>
                </a:cubicBezTo>
                <a:cubicBezTo>
                  <a:pt x="64046" y="234156"/>
                  <a:pt x="51594" y="221704"/>
                  <a:pt x="51594" y="206375"/>
                </a:cubicBezTo>
                <a:cubicBezTo>
                  <a:pt x="51594" y="191046"/>
                  <a:pt x="64046" y="178594"/>
                  <a:pt x="79375" y="178594"/>
                </a:cubicBezTo>
                <a:close/>
                <a:moveTo>
                  <a:pt x="107156" y="127000"/>
                </a:moveTo>
                <a:cubicBezTo>
                  <a:pt x="107156" y="142333"/>
                  <a:pt x="94708" y="154781"/>
                  <a:pt x="79375" y="154781"/>
                </a:cubicBezTo>
                <a:cubicBezTo>
                  <a:pt x="64042" y="154781"/>
                  <a:pt x="51594" y="142333"/>
                  <a:pt x="51594" y="127000"/>
                </a:cubicBezTo>
                <a:cubicBezTo>
                  <a:pt x="51594" y="111667"/>
                  <a:pt x="64042" y="99219"/>
                  <a:pt x="79375" y="99219"/>
                </a:cubicBezTo>
                <a:cubicBezTo>
                  <a:pt x="94708" y="99219"/>
                  <a:pt x="107156" y="111667"/>
                  <a:pt x="107156" y="127000"/>
                </a:cubicBezTo>
                <a:close/>
                <a:moveTo>
                  <a:pt x="79375" y="75406"/>
                </a:moveTo>
                <a:cubicBezTo>
                  <a:pt x="64042" y="75406"/>
                  <a:pt x="51594" y="62958"/>
                  <a:pt x="51594" y="47625"/>
                </a:cubicBezTo>
                <a:cubicBezTo>
                  <a:pt x="51594" y="32292"/>
                  <a:pt x="64042" y="19844"/>
                  <a:pt x="79375" y="19844"/>
                </a:cubicBezTo>
                <a:cubicBezTo>
                  <a:pt x="94708" y="19844"/>
                  <a:pt x="107156" y="32292"/>
                  <a:pt x="107156" y="47625"/>
                </a:cubicBezTo>
                <a:cubicBezTo>
                  <a:pt x="107156" y="62958"/>
                  <a:pt x="94708" y="75406"/>
                  <a:pt x="79375" y="75406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51" name="Text 48"/>
          <p:cNvSpPr/>
          <p:nvPr/>
        </p:nvSpPr>
        <p:spPr>
          <a:xfrm>
            <a:off x="12287250" y="45339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Voyant Tricolore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2293600" y="483870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Signalisation des états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86750" y="5454650"/>
            <a:ext cx="74549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521700" y="5702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55" name="Text 52"/>
          <p:cNvSpPr/>
          <p:nvPr/>
        </p:nvSpPr>
        <p:spPr>
          <a:xfrm>
            <a:off x="8826500" y="56642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&amp; Surveillance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521700" y="6108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16681" y="122238"/>
                </a:moveTo>
                <a:cubicBezTo>
                  <a:pt x="150435" y="122238"/>
                  <a:pt x="177800" y="94873"/>
                  <a:pt x="177800" y="61119"/>
                </a:cubicBezTo>
                <a:cubicBezTo>
                  <a:pt x="177800" y="27365"/>
                  <a:pt x="150435" y="0"/>
                  <a:pt x="116681" y="0"/>
                </a:cubicBezTo>
                <a:cubicBezTo>
                  <a:pt x="82927" y="0"/>
                  <a:pt x="55563" y="27365"/>
                  <a:pt x="55563" y="61119"/>
                </a:cubicBezTo>
                <a:cubicBezTo>
                  <a:pt x="55563" y="67613"/>
                  <a:pt x="56570" y="73898"/>
                  <a:pt x="58445" y="79767"/>
                </a:cubicBezTo>
                <a:lnTo>
                  <a:pt x="2431" y="135781"/>
                </a:lnTo>
                <a:cubicBezTo>
                  <a:pt x="868" y="137344"/>
                  <a:pt x="0" y="139462"/>
                  <a:pt x="0" y="141684"/>
                </a:cubicBezTo>
                <a:lnTo>
                  <a:pt x="0" y="169466"/>
                </a:lnTo>
                <a:cubicBezTo>
                  <a:pt x="0" y="174084"/>
                  <a:pt x="3716" y="177800"/>
                  <a:pt x="8334" y="177800"/>
                </a:cubicBezTo>
                <a:lnTo>
                  <a:pt x="36116" y="177800"/>
                </a:lnTo>
                <a:cubicBezTo>
                  <a:pt x="40734" y="177800"/>
                  <a:pt x="44450" y="174084"/>
                  <a:pt x="44450" y="169466"/>
                </a:cubicBezTo>
                <a:lnTo>
                  <a:pt x="44450" y="155575"/>
                </a:lnTo>
                <a:lnTo>
                  <a:pt x="58341" y="155575"/>
                </a:lnTo>
                <a:cubicBezTo>
                  <a:pt x="62959" y="155575"/>
                  <a:pt x="66675" y="151859"/>
                  <a:pt x="66675" y="147241"/>
                </a:cubicBezTo>
                <a:lnTo>
                  <a:pt x="66675" y="133350"/>
                </a:lnTo>
                <a:lnTo>
                  <a:pt x="80566" y="133350"/>
                </a:lnTo>
                <a:cubicBezTo>
                  <a:pt x="82788" y="133350"/>
                  <a:pt x="84906" y="132482"/>
                  <a:pt x="86469" y="130919"/>
                </a:cubicBezTo>
                <a:lnTo>
                  <a:pt x="98033" y="119355"/>
                </a:lnTo>
                <a:cubicBezTo>
                  <a:pt x="103902" y="121230"/>
                  <a:pt x="110187" y="122238"/>
                  <a:pt x="116681" y="122238"/>
                </a:cubicBezTo>
                <a:close/>
                <a:moveTo>
                  <a:pt x="130572" y="33337"/>
                </a:moveTo>
                <a:cubicBezTo>
                  <a:pt x="138238" y="33337"/>
                  <a:pt x="144463" y="39562"/>
                  <a:pt x="144463" y="47228"/>
                </a:cubicBezTo>
                <a:cubicBezTo>
                  <a:pt x="144463" y="54895"/>
                  <a:pt x="138238" y="61119"/>
                  <a:pt x="130572" y="61119"/>
                </a:cubicBezTo>
                <a:cubicBezTo>
                  <a:pt x="122905" y="61119"/>
                  <a:pt x="116681" y="54895"/>
                  <a:pt x="116681" y="47228"/>
                </a:cubicBezTo>
                <a:cubicBezTo>
                  <a:pt x="116681" y="39562"/>
                  <a:pt x="122905" y="33337"/>
                  <a:pt x="130572" y="33337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7" name="Text 54"/>
          <p:cNvSpPr/>
          <p:nvPr/>
        </p:nvSpPr>
        <p:spPr>
          <a:xfrm>
            <a:off x="8820150" y="607060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présence clé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2090400" y="6108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141198"/>
                </a:moveTo>
                <a:lnTo>
                  <a:pt x="141198" y="174536"/>
                </a:lnTo>
                <a:cubicBezTo>
                  <a:pt x="138003" y="177731"/>
                  <a:pt x="133246" y="178668"/>
                  <a:pt x="129079" y="176932"/>
                </a:cubicBezTo>
                <a:cubicBezTo>
                  <a:pt x="124911" y="175196"/>
                  <a:pt x="122238" y="171167"/>
                  <a:pt x="122238" y="166688"/>
                </a:cubicBezTo>
                <a:lnTo>
                  <a:pt x="122238" y="144463"/>
                </a:lnTo>
                <a:lnTo>
                  <a:pt x="11112" y="144463"/>
                </a:lnTo>
                <a:cubicBezTo>
                  <a:pt x="4966" y="144463"/>
                  <a:pt x="0" y="139497"/>
                  <a:pt x="0" y="133350"/>
                </a:cubicBezTo>
                <a:cubicBezTo>
                  <a:pt x="0" y="127203"/>
                  <a:pt x="4966" y="122238"/>
                  <a:pt x="11112" y="122238"/>
                </a:cubicBezTo>
                <a:lnTo>
                  <a:pt x="122238" y="122238"/>
                </a:lnTo>
                <a:lnTo>
                  <a:pt x="122238" y="100013"/>
                </a:lnTo>
                <a:cubicBezTo>
                  <a:pt x="122238" y="95533"/>
                  <a:pt x="124946" y="91470"/>
                  <a:pt x="129113" y="89733"/>
                </a:cubicBezTo>
                <a:cubicBezTo>
                  <a:pt x="133281" y="87997"/>
                  <a:pt x="138038" y="88969"/>
                  <a:pt x="141233" y="92130"/>
                </a:cubicBezTo>
                <a:lnTo>
                  <a:pt x="174570" y="125467"/>
                </a:lnTo>
                <a:cubicBezTo>
                  <a:pt x="178911" y="129808"/>
                  <a:pt x="178911" y="136857"/>
                  <a:pt x="174570" y="141198"/>
                </a:cubicBezTo>
                <a:close/>
                <a:moveTo>
                  <a:pt x="3264" y="52298"/>
                </a:moveTo>
                <a:cubicBezTo>
                  <a:pt x="-1077" y="47957"/>
                  <a:pt x="-1077" y="40908"/>
                  <a:pt x="3264" y="36567"/>
                </a:cubicBezTo>
                <a:lnTo>
                  <a:pt x="36602" y="3230"/>
                </a:lnTo>
                <a:cubicBezTo>
                  <a:pt x="39797" y="35"/>
                  <a:pt x="44554" y="-903"/>
                  <a:pt x="48721" y="833"/>
                </a:cubicBezTo>
                <a:cubicBezTo>
                  <a:pt x="52889" y="2570"/>
                  <a:pt x="55563" y="6633"/>
                  <a:pt x="55563" y="11112"/>
                </a:cubicBezTo>
                <a:lnTo>
                  <a:pt x="55563" y="33337"/>
                </a:lnTo>
                <a:lnTo>
                  <a:pt x="166688" y="33337"/>
                </a:lnTo>
                <a:cubicBezTo>
                  <a:pt x="172834" y="33337"/>
                  <a:pt x="177800" y="38303"/>
                  <a:pt x="177800" y="44450"/>
                </a:cubicBezTo>
                <a:cubicBezTo>
                  <a:pt x="177800" y="50597"/>
                  <a:pt x="172834" y="55563"/>
                  <a:pt x="166688" y="55563"/>
                </a:cubicBezTo>
                <a:lnTo>
                  <a:pt x="55563" y="55563"/>
                </a:lnTo>
                <a:lnTo>
                  <a:pt x="55563" y="77788"/>
                </a:lnTo>
                <a:cubicBezTo>
                  <a:pt x="55563" y="82267"/>
                  <a:pt x="52854" y="86330"/>
                  <a:pt x="48687" y="88067"/>
                </a:cubicBezTo>
                <a:cubicBezTo>
                  <a:pt x="44519" y="89803"/>
                  <a:pt x="39762" y="88831"/>
                  <a:pt x="36567" y="85670"/>
                </a:cubicBezTo>
                <a:lnTo>
                  <a:pt x="3230" y="52333"/>
                </a:ln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59" name="Text 56"/>
          <p:cNvSpPr/>
          <p:nvPr/>
        </p:nvSpPr>
        <p:spPr>
          <a:xfrm>
            <a:off x="12388850" y="607060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Fins de course vérin AV/AR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555038" y="6464300"/>
            <a:ext cx="111125" cy="177800"/>
          </a:xfrm>
          <a:custGeom>
            <a:avLst/>
            <a:gdLst/>
            <a:ahLst/>
            <a:cxnLst/>
            <a:rect l="l" t="t" r="r" b="b"/>
            <a:pathLst>
              <a:path w="111125" h="177800">
                <a:moveTo>
                  <a:pt x="55563" y="0"/>
                </a:moveTo>
                <a:cubicBezTo>
                  <a:pt x="37157" y="0"/>
                  <a:pt x="22225" y="14932"/>
                  <a:pt x="22225" y="33337"/>
                </a:cubicBezTo>
                <a:lnTo>
                  <a:pt x="22225" y="90532"/>
                </a:lnTo>
                <a:cubicBezTo>
                  <a:pt x="11981" y="99665"/>
                  <a:pt x="5556" y="113000"/>
                  <a:pt x="5556" y="127794"/>
                </a:cubicBezTo>
                <a:cubicBezTo>
                  <a:pt x="5556" y="155401"/>
                  <a:pt x="27955" y="177800"/>
                  <a:pt x="55563" y="177800"/>
                </a:cubicBezTo>
                <a:cubicBezTo>
                  <a:pt x="83170" y="177800"/>
                  <a:pt x="105569" y="155401"/>
                  <a:pt x="105569" y="127794"/>
                </a:cubicBezTo>
                <a:cubicBezTo>
                  <a:pt x="105569" y="113000"/>
                  <a:pt x="99144" y="99665"/>
                  <a:pt x="88900" y="90532"/>
                </a:cubicBezTo>
                <a:lnTo>
                  <a:pt x="88900" y="33337"/>
                </a:lnTo>
                <a:cubicBezTo>
                  <a:pt x="88900" y="14932"/>
                  <a:pt x="73968" y="0"/>
                  <a:pt x="55563" y="0"/>
                </a:cubicBezTo>
                <a:close/>
                <a:moveTo>
                  <a:pt x="77788" y="127794"/>
                </a:moveTo>
                <a:cubicBezTo>
                  <a:pt x="77788" y="140052"/>
                  <a:pt x="67821" y="150019"/>
                  <a:pt x="55563" y="150019"/>
                </a:cubicBezTo>
                <a:cubicBezTo>
                  <a:pt x="43304" y="150019"/>
                  <a:pt x="33337" y="140052"/>
                  <a:pt x="33337" y="127794"/>
                </a:cubicBezTo>
                <a:cubicBezTo>
                  <a:pt x="33337" y="118452"/>
                  <a:pt x="39067" y="110465"/>
                  <a:pt x="47228" y="107201"/>
                </a:cubicBezTo>
                <a:lnTo>
                  <a:pt x="47228" y="75009"/>
                </a:lnTo>
                <a:cubicBezTo>
                  <a:pt x="47228" y="70391"/>
                  <a:pt x="50944" y="66675"/>
                  <a:pt x="55563" y="66675"/>
                </a:cubicBezTo>
                <a:cubicBezTo>
                  <a:pt x="60181" y="66675"/>
                  <a:pt x="63897" y="70391"/>
                  <a:pt x="63897" y="75009"/>
                </a:cubicBezTo>
                <a:lnTo>
                  <a:pt x="63897" y="107201"/>
                </a:lnTo>
                <a:cubicBezTo>
                  <a:pt x="72058" y="110500"/>
                  <a:pt x="77788" y="118487"/>
                  <a:pt x="77788" y="12779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1" name="Text 58"/>
          <p:cNvSpPr/>
          <p:nvPr/>
        </p:nvSpPr>
        <p:spPr>
          <a:xfrm>
            <a:off x="8820150" y="6426200"/>
            <a:ext cx="204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 température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12079288" y="64643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86122" y="30559"/>
                </a:moveTo>
                <a:lnTo>
                  <a:pt x="113903" y="30559"/>
                </a:lnTo>
                <a:lnTo>
                  <a:pt x="113903" y="47228"/>
                </a:lnTo>
                <a:lnTo>
                  <a:pt x="86122" y="47228"/>
                </a:lnTo>
                <a:lnTo>
                  <a:pt x="86122" y="30559"/>
                </a:lnTo>
                <a:close/>
                <a:moveTo>
                  <a:pt x="83344" y="11112"/>
                </a:moveTo>
                <a:cubicBezTo>
                  <a:pt x="74141" y="11112"/>
                  <a:pt x="66675" y="18579"/>
                  <a:pt x="66675" y="27781"/>
                </a:cubicBezTo>
                <a:lnTo>
                  <a:pt x="66675" y="50006"/>
                </a:lnTo>
                <a:cubicBezTo>
                  <a:pt x="66675" y="59209"/>
                  <a:pt x="74141" y="66675"/>
                  <a:pt x="83344" y="66675"/>
                </a:cubicBezTo>
                <a:lnTo>
                  <a:pt x="88900" y="66675"/>
                </a:lnTo>
                <a:lnTo>
                  <a:pt x="88900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44450" y="100013"/>
                </a:lnTo>
                <a:lnTo>
                  <a:pt x="44450" y="111125"/>
                </a:lnTo>
                <a:lnTo>
                  <a:pt x="38894" y="111125"/>
                </a:lnTo>
                <a:cubicBezTo>
                  <a:pt x="29691" y="111125"/>
                  <a:pt x="22225" y="118591"/>
                  <a:pt x="22225" y="127794"/>
                </a:cubicBezTo>
                <a:lnTo>
                  <a:pt x="22225" y="150019"/>
                </a:lnTo>
                <a:cubicBezTo>
                  <a:pt x="22225" y="159221"/>
                  <a:pt x="29691" y="166688"/>
                  <a:pt x="38894" y="166688"/>
                </a:cubicBezTo>
                <a:lnTo>
                  <a:pt x="72231" y="166688"/>
                </a:lnTo>
                <a:cubicBezTo>
                  <a:pt x="81434" y="166688"/>
                  <a:pt x="88900" y="159221"/>
                  <a:pt x="88900" y="150019"/>
                </a:cubicBezTo>
                <a:lnTo>
                  <a:pt x="88900" y="127794"/>
                </a:lnTo>
                <a:cubicBezTo>
                  <a:pt x="88900" y="118591"/>
                  <a:pt x="81434" y="111125"/>
                  <a:pt x="72231" y="111125"/>
                </a:cubicBezTo>
                <a:lnTo>
                  <a:pt x="66675" y="111125"/>
                </a:lnTo>
                <a:lnTo>
                  <a:pt x="66675" y="100013"/>
                </a:lnTo>
                <a:lnTo>
                  <a:pt x="133350" y="100013"/>
                </a:lnTo>
                <a:lnTo>
                  <a:pt x="133350" y="111125"/>
                </a:lnTo>
                <a:lnTo>
                  <a:pt x="127794" y="111125"/>
                </a:lnTo>
                <a:cubicBezTo>
                  <a:pt x="118591" y="111125"/>
                  <a:pt x="111125" y="118591"/>
                  <a:pt x="111125" y="127794"/>
                </a:cubicBezTo>
                <a:lnTo>
                  <a:pt x="111125" y="150019"/>
                </a:lnTo>
                <a:cubicBezTo>
                  <a:pt x="111125" y="159221"/>
                  <a:pt x="118591" y="166688"/>
                  <a:pt x="127794" y="166688"/>
                </a:cubicBezTo>
                <a:lnTo>
                  <a:pt x="161131" y="166688"/>
                </a:lnTo>
                <a:cubicBezTo>
                  <a:pt x="170334" y="166688"/>
                  <a:pt x="177800" y="159221"/>
                  <a:pt x="177800" y="150019"/>
                </a:cubicBezTo>
                <a:lnTo>
                  <a:pt x="177800" y="127794"/>
                </a:lnTo>
                <a:cubicBezTo>
                  <a:pt x="177800" y="118591"/>
                  <a:pt x="170334" y="111125"/>
                  <a:pt x="161131" y="111125"/>
                </a:cubicBezTo>
                <a:lnTo>
                  <a:pt x="155575" y="111125"/>
                </a:lnTo>
                <a:lnTo>
                  <a:pt x="155575" y="100013"/>
                </a:lnTo>
                <a:lnTo>
                  <a:pt x="188913" y="100013"/>
                </a:lnTo>
                <a:cubicBezTo>
                  <a:pt x="195059" y="100013"/>
                  <a:pt x="200025" y="95047"/>
                  <a:pt x="200025" y="88900"/>
                </a:cubicBezTo>
                <a:cubicBezTo>
                  <a:pt x="200025" y="82753"/>
                  <a:pt x="195059" y="77788"/>
                  <a:pt x="188913" y="77788"/>
                </a:cubicBezTo>
                <a:lnTo>
                  <a:pt x="111125" y="77788"/>
                </a:lnTo>
                <a:lnTo>
                  <a:pt x="111125" y="66675"/>
                </a:lnTo>
                <a:lnTo>
                  <a:pt x="116681" y="66675"/>
                </a:lnTo>
                <a:cubicBezTo>
                  <a:pt x="125884" y="66675"/>
                  <a:pt x="133350" y="59209"/>
                  <a:pt x="133350" y="50006"/>
                </a:cubicBezTo>
                <a:lnTo>
                  <a:pt x="133350" y="27781"/>
                </a:lnTo>
                <a:cubicBezTo>
                  <a:pt x="133350" y="18579"/>
                  <a:pt x="125884" y="11112"/>
                  <a:pt x="116681" y="11112"/>
                </a:cubicBezTo>
                <a:lnTo>
                  <a:pt x="83344" y="11112"/>
                </a:lnTo>
                <a:close/>
                <a:moveTo>
                  <a:pt x="155575" y="130572"/>
                </a:moveTo>
                <a:lnTo>
                  <a:pt x="158353" y="130572"/>
                </a:lnTo>
                <a:lnTo>
                  <a:pt x="158353" y="147241"/>
                </a:lnTo>
                <a:lnTo>
                  <a:pt x="130572" y="147241"/>
                </a:lnTo>
                <a:lnTo>
                  <a:pt x="130572" y="130572"/>
                </a:lnTo>
                <a:lnTo>
                  <a:pt x="155575" y="130572"/>
                </a:lnTo>
                <a:close/>
                <a:moveTo>
                  <a:pt x="66675" y="130572"/>
                </a:moveTo>
                <a:lnTo>
                  <a:pt x="69453" y="130572"/>
                </a:lnTo>
                <a:lnTo>
                  <a:pt x="69453" y="147241"/>
                </a:lnTo>
                <a:lnTo>
                  <a:pt x="41672" y="147241"/>
                </a:lnTo>
                <a:lnTo>
                  <a:pt x="41672" y="130572"/>
                </a:lnTo>
                <a:lnTo>
                  <a:pt x="66675" y="130572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63" name="Text 60"/>
          <p:cNvSpPr/>
          <p:nvPr/>
        </p:nvSpPr>
        <p:spPr>
          <a:xfrm>
            <a:off x="12388850" y="6426200"/>
            <a:ext cx="125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Liaison PC/API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0F0F"/>
              </a:gs>
              <a:gs pos="50000">
                <a:srgbClr val="1F1F2F"/>
              </a:gs>
              <a:gs pos="100000">
                <a:srgbClr val="1A1A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18770660439-4636190af475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0000"/>
                </a:srgbClr>
              </a:gs>
              <a:gs pos="100000">
                <a:srgbClr val="000000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Cycle Automatique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&amp; Modes de Fonctionnement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" y="1511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25003"/>
                </a:moveTo>
                <a:cubicBezTo>
                  <a:pt x="0" y="20419"/>
                  <a:pt x="3716" y="16669"/>
                  <a:pt x="8334" y="16669"/>
                </a:cubicBezTo>
                <a:lnTo>
                  <a:pt x="25003" y="16669"/>
                </a:lnTo>
                <a:cubicBezTo>
                  <a:pt x="29622" y="16669"/>
                  <a:pt x="33337" y="20384"/>
                  <a:pt x="33337" y="25003"/>
                </a:cubicBezTo>
                <a:lnTo>
                  <a:pt x="33337" y="61119"/>
                </a:lnTo>
                <a:lnTo>
                  <a:pt x="41672" y="61119"/>
                </a:lnTo>
                <a:cubicBezTo>
                  <a:pt x="46291" y="61119"/>
                  <a:pt x="50006" y="64834"/>
                  <a:pt x="50006" y="69453"/>
                </a:cubicBezTo>
                <a:cubicBezTo>
                  <a:pt x="50006" y="74072"/>
                  <a:pt x="46291" y="77788"/>
                  <a:pt x="41672" y="77788"/>
                </a:cubicBezTo>
                <a:lnTo>
                  <a:pt x="8334" y="77788"/>
                </a:lnTo>
                <a:cubicBezTo>
                  <a:pt x="3716" y="77788"/>
                  <a:pt x="0" y="74072"/>
                  <a:pt x="0" y="69453"/>
                </a:cubicBezTo>
                <a:cubicBezTo>
                  <a:pt x="0" y="64834"/>
                  <a:pt x="3716" y="61119"/>
                  <a:pt x="8334" y="61119"/>
                </a:cubicBezTo>
                <a:lnTo>
                  <a:pt x="16669" y="61119"/>
                </a:lnTo>
                <a:lnTo>
                  <a:pt x="16669" y="33337"/>
                </a:lnTo>
                <a:lnTo>
                  <a:pt x="8334" y="33337"/>
                </a:lnTo>
                <a:cubicBezTo>
                  <a:pt x="3716" y="33337"/>
                  <a:pt x="0" y="29622"/>
                  <a:pt x="0" y="25003"/>
                </a:cubicBezTo>
                <a:close/>
                <a:moveTo>
                  <a:pt x="10557" y="104596"/>
                </a:moveTo>
                <a:cubicBezTo>
                  <a:pt x="14516" y="101610"/>
                  <a:pt x="19343" y="100013"/>
                  <a:pt x="24309" y="100013"/>
                </a:cubicBezTo>
                <a:lnTo>
                  <a:pt x="26010" y="100013"/>
                </a:lnTo>
                <a:cubicBezTo>
                  <a:pt x="37713" y="100013"/>
                  <a:pt x="47228" y="109528"/>
                  <a:pt x="47228" y="121230"/>
                </a:cubicBezTo>
                <a:cubicBezTo>
                  <a:pt x="47228" y="128037"/>
                  <a:pt x="43964" y="134392"/>
                  <a:pt x="38477" y="138385"/>
                </a:cubicBezTo>
                <a:lnTo>
                  <a:pt x="30143" y="144463"/>
                </a:lnTo>
                <a:lnTo>
                  <a:pt x="41672" y="144463"/>
                </a:lnTo>
                <a:cubicBezTo>
                  <a:pt x="46291" y="144463"/>
                  <a:pt x="50006" y="148178"/>
                  <a:pt x="50006" y="152797"/>
                </a:cubicBezTo>
                <a:cubicBezTo>
                  <a:pt x="50006" y="157416"/>
                  <a:pt x="46291" y="161131"/>
                  <a:pt x="41672" y="161131"/>
                </a:cubicBezTo>
                <a:lnTo>
                  <a:pt x="10175" y="161131"/>
                </a:lnTo>
                <a:cubicBezTo>
                  <a:pt x="4549" y="161131"/>
                  <a:pt x="0" y="156582"/>
                  <a:pt x="0" y="150956"/>
                </a:cubicBezTo>
                <a:cubicBezTo>
                  <a:pt x="0" y="147692"/>
                  <a:pt x="1563" y="144636"/>
                  <a:pt x="4202" y="142726"/>
                </a:cubicBezTo>
                <a:lnTo>
                  <a:pt x="28684" y="124911"/>
                </a:lnTo>
                <a:cubicBezTo>
                  <a:pt x="29865" y="124043"/>
                  <a:pt x="30559" y="122689"/>
                  <a:pt x="30559" y="121230"/>
                </a:cubicBezTo>
                <a:cubicBezTo>
                  <a:pt x="30559" y="118730"/>
                  <a:pt x="28511" y="116681"/>
                  <a:pt x="26010" y="116681"/>
                </a:cubicBezTo>
                <a:lnTo>
                  <a:pt x="24309" y="116681"/>
                </a:lnTo>
                <a:cubicBezTo>
                  <a:pt x="22954" y="116681"/>
                  <a:pt x="21635" y="117133"/>
                  <a:pt x="20558" y="117931"/>
                </a:cubicBezTo>
                <a:lnTo>
                  <a:pt x="13335" y="123349"/>
                </a:lnTo>
                <a:cubicBezTo>
                  <a:pt x="9654" y="126127"/>
                  <a:pt x="4445" y="125363"/>
                  <a:pt x="1667" y="121682"/>
                </a:cubicBezTo>
                <a:cubicBezTo>
                  <a:pt x="-1111" y="118001"/>
                  <a:pt x="-347" y="112792"/>
                  <a:pt x="3334" y="110014"/>
                </a:cubicBezTo>
                <a:lnTo>
                  <a:pt x="10557" y="104596"/>
                </a:lnTo>
                <a:close/>
                <a:moveTo>
                  <a:pt x="77788" y="22225"/>
                </a:move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77788" y="44450"/>
                </a:lnTo>
                <a:cubicBezTo>
                  <a:pt x="71641" y="44450"/>
                  <a:pt x="66675" y="39484"/>
                  <a:pt x="66675" y="33337"/>
                </a:cubicBezTo>
                <a:cubicBezTo>
                  <a:pt x="66675" y="27191"/>
                  <a:pt x="71641" y="22225"/>
                  <a:pt x="77788" y="22225"/>
                </a:cubicBezTo>
                <a:close/>
                <a:moveTo>
                  <a:pt x="77788" y="77788"/>
                </a:move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77788" y="100013"/>
                </a:lnTo>
                <a:cubicBezTo>
                  <a:pt x="71641" y="100013"/>
                  <a:pt x="66675" y="95047"/>
                  <a:pt x="66675" y="88900"/>
                </a:cubicBezTo>
                <a:cubicBezTo>
                  <a:pt x="66675" y="82753"/>
                  <a:pt x="71641" y="77788"/>
                  <a:pt x="77788" y="77788"/>
                </a:cubicBezTo>
                <a:close/>
                <a:moveTo>
                  <a:pt x="77788" y="133350"/>
                </a:move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77788" y="155575"/>
                </a:lnTo>
                <a:cubicBezTo>
                  <a:pt x="71641" y="155575"/>
                  <a:pt x="66675" y="150609"/>
                  <a:pt x="66675" y="144463"/>
                </a:cubicBezTo>
                <a:cubicBezTo>
                  <a:pt x="66675" y="138316"/>
                  <a:pt x="71641" y="133350"/>
                  <a:pt x="77788" y="133350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8" name="Text 5"/>
          <p:cNvSpPr/>
          <p:nvPr/>
        </p:nvSpPr>
        <p:spPr>
          <a:xfrm>
            <a:off x="838200" y="1473200"/>
            <a:ext cx="975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Automatique - 11 Étapes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1885950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15467" y="19939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636117" y="2070100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2603" y="24511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Vérif. sécurités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037284" y="1885950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38402" y="19939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142978" y="20701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32808" y="245110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clé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60417" y="1885950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61534" y="19939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665317" y="20701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69025" y="2451100"/>
            <a:ext cx="119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Positionnement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083550" y="1885950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84667" y="19939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188450" y="20701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644334" y="2451100"/>
            <a:ext cx="128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Sélection moteur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4350" y="3947517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515467" y="4055467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620441" y="4131667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18009" y="4512667"/>
            <a:ext cx="100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Appli. couple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037284" y="3947517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038402" y="4055467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141391" y="4131667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761581" y="4512667"/>
            <a:ext cx="96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Stabilisation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560417" y="3947517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61534" y="4055467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672263" y="4131667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24600" y="4512667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083550" y="3947517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084667" y="4055467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9186267" y="4131667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881070" y="4512667"/>
            <a:ext cx="81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 ISO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14350" y="6009084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515467" y="6117034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1618456" y="6193234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39627" y="6574234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position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037284" y="6009084"/>
            <a:ext cx="24130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038402" y="6117034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4099917" y="6193234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532981" y="6574234"/>
            <a:ext cx="142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Génération rapport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560417" y="6009084"/>
            <a:ext cx="4927600" cy="1943100"/>
          </a:xfrm>
          <a:prstGeom prst="roundRect">
            <a:avLst>
              <a:gd name="adj" fmla="val 522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823200" y="6117034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905750" y="6193234"/>
            <a:ext cx="24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671991" y="6574234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 cycle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514350" y="8121650"/>
            <a:ext cx="99822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92150" y="8293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5" name="Text 52"/>
          <p:cNvSpPr/>
          <p:nvPr/>
        </p:nvSpPr>
        <p:spPr>
          <a:xfrm>
            <a:off x="965200" y="8280400"/>
            <a:ext cx="944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Clés 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Retour zéro entre mesures | Stabilisation obligatoire | 4 positions : AD, ARD, AG, ARG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0755908" y="15113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57" name="Text 54"/>
          <p:cNvSpPr/>
          <p:nvPr/>
        </p:nvSpPr>
        <p:spPr>
          <a:xfrm>
            <a:off x="11082933" y="1473200"/>
            <a:ext cx="474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Modes de Fonctionnement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0759083" y="1885950"/>
            <a:ext cx="4978400" cy="2286000"/>
          </a:xfrm>
          <a:prstGeom prst="roundRect">
            <a:avLst>
              <a:gd name="adj" fmla="val 6667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968633" y="2095500"/>
            <a:ext cx="464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1A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Vérification ISO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0968633" y="24511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 : MIL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10968633" y="2743200"/>
            <a:ext cx="4711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mesures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0968633" y="31877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 · 60% · 100%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0968633" y="33782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Nm · 24 Nm · 40 Nm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10968633" y="3670300"/>
            <a:ext cx="4559300" cy="292100"/>
          </a:xfrm>
          <a:prstGeom prst="roundRect">
            <a:avLst>
              <a:gd name="adj" fmla="val 17391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10968633" y="3670300"/>
            <a:ext cx="4635500" cy="2921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EC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Décision conforme/non conforme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10759083" y="4337050"/>
            <a:ext cx="4978400" cy="1892300"/>
          </a:xfrm>
          <a:prstGeom prst="roundRect">
            <a:avLst>
              <a:gd name="adj" fmla="val 805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968633" y="4546600"/>
            <a:ext cx="464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Calibration BT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0968633" y="49022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 : AV+AR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10968633" y="5194300"/>
            <a:ext cx="4711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mesures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0968633" y="56388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positions × 3 points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10968633" y="58293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Nm · 120 Nm · 200 Nm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10759083" y="6394450"/>
            <a:ext cx="4978400" cy="1892300"/>
          </a:xfrm>
          <a:prstGeom prst="roundRect">
            <a:avLst>
              <a:gd name="adj" fmla="val 805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0968633" y="6604000"/>
            <a:ext cx="464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Calibration WiFi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10968633" y="69596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 : AV+AR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10968633" y="7251700"/>
            <a:ext cx="4711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mesures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10968633" y="76962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positions × 3 points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10968633" y="7886700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Nm · 120 Nm · 200 Nm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0A0A"/>
              </a:gs>
              <a:gs pos="5000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54224155-6726b3ff858f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5000"/>
                </a:srgbClr>
              </a:gs>
              <a:gs pos="100000">
                <a:srgbClr val="000000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06. Budget &amp; ROI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Enveloppe Budgétaire &amp; Rentabilité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4513" y="1511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5455" y="66675"/>
                </a:moveTo>
                <a:cubicBezTo>
                  <a:pt x="35004" y="34553"/>
                  <a:pt x="64765" y="11112"/>
                  <a:pt x="100013" y="11112"/>
                </a:cubicBezTo>
                <a:lnTo>
                  <a:pt x="122238" y="11112"/>
                </a:lnTo>
                <a:cubicBezTo>
                  <a:pt x="128384" y="11112"/>
                  <a:pt x="133350" y="16078"/>
                  <a:pt x="133350" y="22225"/>
                </a:cubicBezTo>
                <a:cubicBezTo>
                  <a:pt x="133350" y="28372"/>
                  <a:pt x="128384" y="33337"/>
                  <a:pt x="122238" y="33337"/>
                </a:cubicBezTo>
                <a:lnTo>
                  <a:pt x="100013" y="33337"/>
                </a:lnTo>
                <a:cubicBezTo>
                  <a:pt x="77232" y="33337"/>
                  <a:pt x="57646" y="47054"/>
                  <a:pt x="49069" y="66675"/>
                </a:cubicBezTo>
                <a:lnTo>
                  <a:pt x="94456" y="66675"/>
                </a:lnTo>
                <a:cubicBezTo>
                  <a:pt x="99075" y="66675"/>
                  <a:pt x="102791" y="70391"/>
                  <a:pt x="102791" y="75009"/>
                </a:cubicBezTo>
                <a:cubicBezTo>
                  <a:pt x="102791" y="79628"/>
                  <a:pt x="99075" y="83344"/>
                  <a:pt x="94456" y="83344"/>
                </a:cubicBezTo>
                <a:lnTo>
                  <a:pt x="44728" y="83344"/>
                </a:lnTo>
                <a:cubicBezTo>
                  <a:pt x="44554" y="85184"/>
                  <a:pt x="44450" y="87025"/>
                  <a:pt x="44450" y="88900"/>
                </a:cubicBezTo>
                <a:cubicBezTo>
                  <a:pt x="44450" y="90775"/>
                  <a:pt x="44554" y="92616"/>
                  <a:pt x="44728" y="94456"/>
                </a:cubicBezTo>
                <a:lnTo>
                  <a:pt x="94456" y="94456"/>
                </a:lnTo>
                <a:cubicBezTo>
                  <a:pt x="99075" y="94456"/>
                  <a:pt x="102791" y="98172"/>
                  <a:pt x="102791" y="102791"/>
                </a:cubicBezTo>
                <a:cubicBezTo>
                  <a:pt x="102791" y="107409"/>
                  <a:pt x="99075" y="111125"/>
                  <a:pt x="94456" y="111125"/>
                </a:cubicBezTo>
                <a:lnTo>
                  <a:pt x="49069" y="111125"/>
                </a:lnTo>
                <a:cubicBezTo>
                  <a:pt x="57646" y="130746"/>
                  <a:pt x="77232" y="144463"/>
                  <a:pt x="100013" y="144463"/>
                </a:cubicBezTo>
                <a:lnTo>
                  <a:pt x="122238" y="144463"/>
                </a:lnTo>
                <a:cubicBezTo>
                  <a:pt x="128384" y="144463"/>
                  <a:pt x="133350" y="149428"/>
                  <a:pt x="133350" y="155575"/>
                </a:cubicBezTo>
                <a:cubicBezTo>
                  <a:pt x="133350" y="161722"/>
                  <a:pt x="128384" y="166688"/>
                  <a:pt x="122238" y="166688"/>
                </a:cubicBezTo>
                <a:lnTo>
                  <a:pt x="100013" y="166688"/>
                </a:lnTo>
                <a:cubicBezTo>
                  <a:pt x="64765" y="166688"/>
                  <a:pt x="35004" y="143247"/>
                  <a:pt x="25455" y="111125"/>
                </a:cubicBezTo>
                <a:lnTo>
                  <a:pt x="13891" y="111125"/>
                </a:lnTo>
                <a:cubicBezTo>
                  <a:pt x="9272" y="111125"/>
                  <a:pt x="5556" y="107409"/>
                  <a:pt x="5556" y="102791"/>
                </a:cubicBezTo>
                <a:cubicBezTo>
                  <a:pt x="5556" y="98172"/>
                  <a:pt x="9272" y="94456"/>
                  <a:pt x="13891" y="94456"/>
                </a:cubicBezTo>
                <a:lnTo>
                  <a:pt x="22433" y="94456"/>
                </a:lnTo>
                <a:cubicBezTo>
                  <a:pt x="22190" y="90810"/>
                  <a:pt x="22190" y="86990"/>
                  <a:pt x="22433" y="83344"/>
                </a:cubicBezTo>
                <a:lnTo>
                  <a:pt x="13891" y="83344"/>
                </a:lnTo>
                <a:cubicBezTo>
                  <a:pt x="9272" y="83344"/>
                  <a:pt x="5556" y="79628"/>
                  <a:pt x="5556" y="75009"/>
                </a:cubicBezTo>
                <a:cubicBezTo>
                  <a:pt x="5556" y="70391"/>
                  <a:pt x="9272" y="66675"/>
                  <a:pt x="13891" y="66675"/>
                </a:cubicBezTo>
                <a:lnTo>
                  <a:pt x="25455" y="66675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8" name="Text 5"/>
          <p:cNvSpPr/>
          <p:nvPr/>
        </p:nvSpPr>
        <p:spPr>
          <a:xfrm>
            <a:off x="838200" y="14732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du Matériel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1885950"/>
            <a:ext cx="7480300" cy="5308600"/>
          </a:xfrm>
          <a:prstGeom prst="roundRect">
            <a:avLst>
              <a:gd name="adj" fmla="val 191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3100" y="204470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Motoréducteur faible couple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07275" y="20447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350 €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100" y="2311400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Motoréducteur fort couple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07473" y="23114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450 €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3100" y="25781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Variateurs de vitesse (×2)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99933" y="25781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500 €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3100" y="2844800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Vérin électrique / actionneur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99139" y="28448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200 €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3100" y="3111500"/>
            <a:ext cx="116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Glissière linéaire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35453" y="3111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120 €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100" y="3378200"/>
            <a:ext cx="275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Capteurs (FDC, température, capot, AU)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99139" y="33782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200 €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3100" y="36449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Coffret électrique + câblage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07275" y="36449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350 €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73100" y="3911600"/>
            <a:ext cx="185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Adaptateurs clés BT / WiFi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36247" y="3911600"/>
            <a:ext cx="46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150 €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73100" y="4210050"/>
            <a:ext cx="7162800" cy="12700"/>
          </a:xfrm>
          <a:prstGeom prst="roundRect">
            <a:avLst>
              <a:gd name="adj" fmla="val 0"/>
            </a:avLst>
          </a:prstGeom>
          <a:solidFill>
            <a:srgbClr val="364153"/>
          </a:solidFill>
          <a:ln/>
        </p:spPr>
      </p:sp>
      <p:sp>
        <p:nvSpPr>
          <p:cNvPr id="27" name="Text 24"/>
          <p:cNvSpPr/>
          <p:nvPr/>
        </p:nvSpPr>
        <p:spPr>
          <a:xfrm>
            <a:off x="673100" y="4400550"/>
            <a:ext cx="143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Sous-total Matériel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96708" y="43180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2 360 €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33400" y="7391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40295" y="0"/>
                </a:moveTo>
                <a:cubicBezTo>
                  <a:pt x="146963" y="0"/>
                  <a:pt x="153353" y="2639"/>
                  <a:pt x="158041" y="7362"/>
                </a:cubicBezTo>
                <a:lnTo>
                  <a:pt x="170438" y="19759"/>
                </a:lnTo>
                <a:cubicBezTo>
                  <a:pt x="175161" y="24448"/>
                  <a:pt x="177800" y="30837"/>
                  <a:pt x="177800" y="37505"/>
                </a:cubicBezTo>
                <a:cubicBezTo>
                  <a:pt x="177800" y="44172"/>
                  <a:pt x="175161" y="50562"/>
                  <a:pt x="170438" y="55250"/>
                </a:cubicBezTo>
                <a:lnTo>
                  <a:pt x="154846" y="70842"/>
                </a:lnTo>
                <a:lnTo>
                  <a:pt x="106958" y="22954"/>
                </a:lnTo>
                <a:lnTo>
                  <a:pt x="122550" y="7362"/>
                </a:lnTo>
                <a:cubicBezTo>
                  <a:pt x="127238" y="2639"/>
                  <a:pt x="133628" y="0"/>
                  <a:pt x="140295" y="0"/>
                </a:cubicBezTo>
                <a:close/>
                <a:moveTo>
                  <a:pt x="20454" y="109423"/>
                </a:moveTo>
                <a:lnTo>
                  <a:pt x="95186" y="34727"/>
                </a:lnTo>
                <a:lnTo>
                  <a:pt x="143073" y="82614"/>
                </a:lnTo>
                <a:lnTo>
                  <a:pt x="68377" y="157346"/>
                </a:lnTo>
                <a:cubicBezTo>
                  <a:pt x="64661" y="161062"/>
                  <a:pt x="60008" y="163770"/>
                  <a:pt x="54937" y="165194"/>
                </a:cubicBezTo>
                <a:lnTo>
                  <a:pt x="10557" y="177487"/>
                </a:lnTo>
                <a:cubicBezTo>
                  <a:pt x="7675" y="178286"/>
                  <a:pt x="4549" y="177487"/>
                  <a:pt x="2431" y="175334"/>
                </a:cubicBezTo>
                <a:cubicBezTo>
                  <a:pt x="313" y="173181"/>
                  <a:pt x="-521" y="170091"/>
                  <a:pt x="278" y="167208"/>
                </a:cubicBezTo>
                <a:lnTo>
                  <a:pt x="12640" y="122863"/>
                </a:lnTo>
                <a:cubicBezTo>
                  <a:pt x="14064" y="117793"/>
                  <a:pt x="16738" y="113174"/>
                  <a:pt x="20489" y="109423"/>
                </a:cubicBezTo>
                <a:close/>
                <a:moveTo>
                  <a:pt x="78274" y="28059"/>
                </a:moveTo>
                <a:lnTo>
                  <a:pt x="28059" y="78274"/>
                </a:lnTo>
                <a:lnTo>
                  <a:pt x="4063" y="54278"/>
                </a:lnTo>
                <a:cubicBezTo>
                  <a:pt x="-1354" y="48860"/>
                  <a:pt x="-1354" y="40074"/>
                  <a:pt x="4063" y="34622"/>
                </a:cubicBezTo>
                <a:lnTo>
                  <a:pt x="34622" y="4063"/>
                </a:lnTo>
                <a:cubicBezTo>
                  <a:pt x="40040" y="-1354"/>
                  <a:pt x="48826" y="-1354"/>
                  <a:pt x="54278" y="4063"/>
                </a:cubicBezTo>
                <a:lnTo>
                  <a:pt x="56326" y="6112"/>
                </a:lnTo>
                <a:lnTo>
                  <a:pt x="36775" y="25663"/>
                </a:lnTo>
                <a:cubicBezTo>
                  <a:pt x="34067" y="28372"/>
                  <a:pt x="34067" y="32782"/>
                  <a:pt x="36775" y="35491"/>
                </a:cubicBezTo>
                <a:cubicBezTo>
                  <a:pt x="39484" y="38199"/>
                  <a:pt x="43894" y="38199"/>
                  <a:pt x="46603" y="35491"/>
                </a:cubicBezTo>
                <a:lnTo>
                  <a:pt x="66154" y="15939"/>
                </a:lnTo>
                <a:lnTo>
                  <a:pt x="78274" y="28059"/>
                </a:lnTo>
                <a:close/>
                <a:moveTo>
                  <a:pt x="149741" y="99526"/>
                </a:moveTo>
                <a:lnTo>
                  <a:pt x="161861" y="111646"/>
                </a:lnTo>
                <a:lnTo>
                  <a:pt x="142309" y="131197"/>
                </a:lnTo>
                <a:cubicBezTo>
                  <a:pt x="139601" y="133906"/>
                  <a:pt x="139601" y="138316"/>
                  <a:pt x="142309" y="141025"/>
                </a:cubicBezTo>
                <a:cubicBezTo>
                  <a:pt x="145018" y="143733"/>
                  <a:pt x="149428" y="143733"/>
                  <a:pt x="152137" y="141025"/>
                </a:cubicBezTo>
                <a:lnTo>
                  <a:pt x="171688" y="121474"/>
                </a:lnTo>
                <a:lnTo>
                  <a:pt x="173737" y="123522"/>
                </a:lnTo>
                <a:cubicBezTo>
                  <a:pt x="179154" y="128940"/>
                  <a:pt x="179154" y="137726"/>
                  <a:pt x="173737" y="143178"/>
                </a:cubicBezTo>
                <a:lnTo>
                  <a:pt x="143178" y="173737"/>
                </a:lnTo>
                <a:cubicBezTo>
                  <a:pt x="137760" y="179154"/>
                  <a:pt x="128974" y="179154"/>
                  <a:pt x="123522" y="173737"/>
                </a:cubicBezTo>
                <a:lnTo>
                  <a:pt x="99526" y="149741"/>
                </a:lnTo>
                <a:lnTo>
                  <a:pt x="149741" y="99526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30" name="Text 27"/>
          <p:cNvSpPr/>
          <p:nvPr/>
        </p:nvSpPr>
        <p:spPr>
          <a:xfrm>
            <a:off x="838200" y="73533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des Études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14350" y="7766050"/>
            <a:ext cx="7480300" cy="2146300"/>
          </a:xfrm>
          <a:prstGeom prst="roundRect">
            <a:avLst>
              <a:gd name="adj" fmla="val 473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3100" y="7924800"/>
            <a:ext cx="166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Étude mécanique (20h)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409458" y="79248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550 €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3100" y="8191500"/>
            <a:ext cx="154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Étude électrique (15h)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210227" y="819150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412,50 €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3100" y="8458200"/>
            <a:ext cx="245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Programmation automatisme (30h)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412236" y="8458200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825 €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3100" y="87249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Développement IHM / PC (15h)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210227" y="872490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412,50 €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73100" y="8991600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Mise au point et essais (15h)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210227" y="899160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412,50 €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73100" y="9290050"/>
            <a:ext cx="7162800" cy="12700"/>
          </a:xfrm>
          <a:prstGeom prst="roundRect">
            <a:avLst>
              <a:gd name="adj" fmla="val 0"/>
            </a:avLst>
          </a:prstGeom>
          <a:solidFill>
            <a:srgbClr val="364153"/>
          </a:solidFill>
          <a:ln/>
        </p:spPr>
      </p:sp>
      <p:sp>
        <p:nvSpPr>
          <p:cNvPr id="43" name="Text 40"/>
          <p:cNvSpPr/>
          <p:nvPr/>
        </p:nvSpPr>
        <p:spPr>
          <a:xfrm>
            <a:off x="673100" y="9480550"/>
            <a:ext cx="134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Sous-total Études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053263" y="9398000"/>
            <a:ext cx="90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2 612 €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61350" y="1479550"/>
            <a:ext cx="7480300" cy="1930400"/>
          </a:xfrm>
          <a:prstGeom prst="roundRect">
            <a:avLst>
              <a:gd name="adj" fmla="val 789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77250" y="1739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Général du Projet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331200" y="2095500"/>
            <a:ext cx="7340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4 972 €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483600" y="2959100"/>
            <a:ext cx="703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Matériel 2 360 € + Études 2 612 €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280400" y="3606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50" name="Text 47"/>
          <p:cNvSpPr/>
          <p:nvPr/>
        </p:nvSpPr>
        <p:spPr>
          <a:xfrm>
            <a:off x="8585200" y="35687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sur Investissement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61350" y="3981450"/>
            <a:ext cx="7480300" cy="4140200"/>
          </a:xfrm>
          <a:prstGeom prst="roundRect">
            <a:avLst>
              <a:gd name="adj" fmla="val 245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432800" y="41910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actuel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394700" y="4381500"/>
            <a:ext cx="3606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3h25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432800" y="47752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 clé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2039600" y="41910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objectif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2001500" y="4381500"/>
            <a:ext cx="3606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1h15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2039600" y="4775200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 clé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8470900" y="5175250"/>
            <a:ext cx="7061200" cy="12700"/>
          </a:xfrm>
          <a:prstGeom prst="roundRect">
            <a:avLst>
              <a:gd name="adj" fmla="val 0"/>
            </a:avLst>
          </a:prstGeom>
          <a:solidFill>
            <a:srgbClr val="364153"/>
          </a:solidFill>
          <a:ln/>
        </p:spPr>
      </p:sp>
      <p:sp>
        <p:nvSpPr>
          <p:cNvPr id="59" name="Text 56"/>
          <p:cNvSpPr/>
          <p:nvPr/>
        </p:nvSpPr>
        <p:spPr>
          <a:xfrm>
            <a:off x="8470900" y="5334000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 par clé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5038983" y="5334000"/>
            <a:ext cx="58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~60 €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8470900" y="56896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 traitées/an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5120144" y="56896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~100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470900" y="6045200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 annuelle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4761766" y="6045200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~6 000 €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470900" y="6400800"/>
            <a:ext cx="128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actuel/clé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14872494" y="6400800"/>
            <a:ext cx="74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89,38 €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8470900" y="6756400"/>
            <a:ext cx="118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futur/clé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4878248" y="6756400"/>
            <a:ext cx="73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34,38 €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8470900" y="7162800"/>
            <a:ext cx="7061200" cy="749300"/>
          </a:xfrm>
          <a:prstGeom prst="roundRect">
            <a:avLst>
              <a:gd name="adj" fmla="val 13559"/>
            </a:avLst>
          </a:prstGeom>
          <a:solidFill>
            <a:srgbClr val="00C950">
              <a:alpha val="10196"/>
            </a:srgbClr>
          </a:solidFill>
          <a:ln/>
        </p:spPr>
      </p:sp>
      <p:sp>
        <p:nvSpPr>
          <p:cNvPr id="70" name="Text 67"/>
          <p:cNvSpPr/>
          <p:nvPr/>
        </p:nvSpPr>
        <p:spPr>
          <a:xfrm>
            <a:off x="8578850" y="73152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Amortissement en moins d'1 an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8585200" y="7569200"/>
            <a:ext cx="683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 économiquement rentable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8261350" y="8286750"/>
            <a:ext cx="7480300" cy="1625600"/>
          </a:xfrm>
          <a:prstGeom prst="roundRect">
            <a:avLst>
              <a:gd name="adj" fmla="val 625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420100" y="8445500"/>
            <a:ext cx="723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 : Clés/Jour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8420100" y="9321800"/>
            <a:ext cx="3479800" cy="0"/>
          </a:xfrm>
          <a:prstGeom prst="roundRect">
            <a:avLst>
              <a:gd name="adj" fmla="val 0"/>
            </a:avLst>
          </a:prstGeom>
          <a:solidFill>
            <a:srgbClr val="FB2C36">
              <a:alpha val="30196"/>
            </a:srgbClr>
          </a:solidFill>
          <a:ln/>
        </p:spPr>
      </p:sp>
      <p:sp>
        <p:nvSpPr>
          <p:cNvPr id="75" name="Text 72"/>
          <p:cNvSpPr/>
          <p:nvPr/>
        </p:nvSpPr>
        <p:spPr>
          <a:xfrm>
            <a:off x="9963745" y="9372600"/>
            <a:ext cx="46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Avant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10113566" y="95631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12103100" y="9321800"/>
            <a:ext cx="3479800" cy="0"/>
          </a:xfrm>
          <a:prstGeom prst="roundRect">
            <a:avLst>
              <a:gd name="adj" fmla="val 0"/>
            </a:avLst>
          </a:prstGeom>
          <a:solidFill>
            <a:srgbClr val="00C950">
              <a:alpha val="30196"/>
            </a:srgbClr>
          </a:solidFill>
          <a:ln/>
        </p:spPr>
      </p:sp>
      <p:sp>
        <p:nvSpPr>
          <p:cNvPr id="78" name="Text 75"/>
          <p:cNvSpPr/>
          <p:nvPr/>
        </p:nvSpPr>
        <p:spPr>
          <a:xfrm>
            <a:off x="13643769" y="9372600"/>
            <a:ext cx="46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Après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13721556" y="95631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6-7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0F0F"/>
              </a:gs>
              <a:gs pos="50000">
                <a:srgbClr val="1F1F2F"/>
              </a:gs>
              <a:gs pos="100000">
                <a:srgbClr val="1A1A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18770660439-4636190af475?w=1280&amp;h=720&amp;fit=crop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0000"/>
                </a:srgbClr>
              </a:gs>
              <a:gs pos="100000">
                <a:srgbClr val="000000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140" kern="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07. Bilan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812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Bilan &amp; Compétences Développées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4350" y="1581150"/>
            <a:ext cx="7454900" cy="3060700"/>
          </a:xfrm>
          <a:prstGeom prst="roundRect">
            <a:avLst>
              <a:gd name="adj" fmla="val 4979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875" y="1892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9" name="Text 6"/>
          <p:cNvSpPr/>
          <p:nvPr/>
        </p:nvSpPr>
        <p:spPr>
          <a:xfrm>
            <a:off x="1168400" y="1841500"/>
            <a:ext cx="665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Techniques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4700" y="24003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901700" y="25527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39700" y="0"/>
                </a:moveTo>
                <a:cubicBezTo>
                  <a:pt x="139700" y="-7025"/>
                  <a:pt x="134025" y="-12700"/>
                  <a:pt x="127000" y="-12700"/>
                </a:cubicBezTo>
                <a:cubicBezTo>
                  <a:pt x="119975" y="-12700"/>
                  <a:pt x="114300" y="-7025"/>
                  <a:pt x="114300" y="0"/>
                </a:cubicBezTo>
                <a:lnTo>
                  <a:pt x="114300" y="25400"/>
                </a:lnTo>
                <a:lnTo>
                  <a:pt x="76200" y="25400"/>
                </a:lnTo>
                <a:cubicBezTo>
                  <a:pt x="55166" y="25400"/>
                  <a:pt x="38100" y="42466"/>
                  <a:pt x="38100" y="63500"/>
                </a:cubicBezTo>
                <a:lnTo>
                  <a:pt x="38100" y="152400"/>
                </a:lnTo>
                <a:cubicBezTo>
                  <a:pt x="38100" y="173434"/>
                  <a:pt x="55166" y="190500"/>
                  <a:pt x="76200" y="190500"/>
                </a:cubicBezTo>
                <a:lnTo>
                  <a:pt x="177800" y="190500"/>
                </a:lnTo>
                <a:cubicBezTo>
                  <a:pt x="198834" y="190500"/>
                  <a:pt x="215900" y="173434"/>
                  <a:pt x="215900" y="152400"/>
                </a:cubicBezTo>
                <a:lnTo>
                  <a:pt x="215900" y="63500"/>
                </a:lnTo>
                <a:cubicBezTo>
                  <a:pt x="215900" y="42466"/>
                  <a:pt x="198834" y="25400"/>
                  <a:pt x="177800" y="25400"/>
                </a:cubicBezTo>
                <a:lnTo>
                  <a:pt x="139700" y="25400"/>
                </a:lnTo>
                <a:lnTo>
                  <a:pt x="139700" y="0"/>
                </a:lnTo>
                <a:close/>
                <a:moveTo>
                  <a:pt x="63500" y="146050"/>
                </a:moveTo>
                <a:cubicBezTo>
                  <a:pt x="63500" y="140772"/>
                  <a:pt x="67747" y="136525"/>
                  <a:pt x="73025" y="136525"/>
                </a:cubicBezTo>
                <a:lnTo>
                  <a:pt x="85725" y="136525"/>
                </a:lnTo>
                <a:cubicBezTo>
                  <a:pt x="91003" y="136525"/>
                  <a:pt x="95250" y="140772"/>
                  <a:pt x="95250" y="146050"/>
                </a:cubicBezTo>
                <a:cubicBezTo>
                  <a:pt x="95250" y="151328"/>
                  <a:pt x="91003" y="155575"/>
                  <a:pt x="85725" y="155575"/>
                </a:cubicBezTo>
                <a:lnTo>
                  <a:pt x="73025" y="155575"/>
                </a:lnTo>
                <a:cubicBezTo>
                  <a:pt x="67747" y="155575"/>
                  <a:pt x="63500" y="151328"/>
                  <a:pt x="63500" y="146050"/>
                </a:cubicBezTo>
                <a:close/>
                <a:moveTo>
                  <a:pt x="111125" y="146050"/>
                </a:moveTo>
                <a:cubicBezTo>
                  <a:pt x="111125" y="140772"/>
                  <a:pt x="115372" y="136525"/>
                  <a:pt x="120650" y="136525"/>
                </a:cubicBezTo>
                <a:lnTo>
                  <a:pt x="133350" y="136525"/>
                </a:lnTo>
                <a:cubicBezTo>
                  <a:pt x="138628" y="136525"/>
                  <a:pt x="142875" y="140772"/>
                  <a:pt x="142875" y="146050"/>
                </a:cubicBezTo>
                <a:cubicBezTo>
                  <a:pt x="142875" y="151328"/>
                  <a:pt x="138628" y="155575"/>
                  <a:pt x="133350" y="155575"/>
                </a:cubicBezTo>
                <a:lnTo>
                  <a:pt x="120650" y="155575"/>
                </a:lnTo>
                <a:cubicBezTo>
                  <a:pt x="115372" y="155575"/>
                  <a:pt x="111125" y="151328"/>
                  <a:pt x="111125" y="146050"/>
                </a:cubicBezTo>
                <a:close/>
                <a:moveTo>
                  <a:pt x="158750" y="146050"/>
                </a:moveTo>
                <a:cubicBezTo>
                  <a:pt x="158750" y="140772"/>
                  <a:pt x="162997" y="136525"/>
                  <a:pt x="168275" y="136525"/>
                </a:cubicBezTo>
                <a:lnTo>
                  <a:pt x="180975" y="136525"/>
                </a:lnTo>
                <a:cubicBezTo>
                  <a:pt x="186253" y="136525"/>
                  <a:pt x="190500" y="140772"/>
                  <a:pt x="190500" y="146050"/>
                </a:cubicBezTo>
                <a:cubicBezTo>
                  <a:pt x="190500" y="151328"/>
                  <a:pt x="186253" y="155575"/>
                  <a:pt x="180975" y="155575"/>
                </a:cubicBezTo>
                <a:lnTo>
                  <a:pt x="168275" y="155575"/>
                </a:lnTo>
                <a:cubicBezTo>
                  <a:pt x="162997" y="155575"/>
                  <a:pt x="158750" y="151328"/>
                  <a:pt x="158750" y="146050"/>
                </a:cubicBezTo>
                <a:close/>
                <a:moveTo>
                  <a:pt x="88900" y="69850"/>
                </a:moveTo>
                <a:cubicBezTo>
                  <a:pt x="99414" y="69850"/>
                  <a:pt x="107950" y="78386"/>
                  <a:pt x="107950" y="88900"/>
                </a:cubicBezTo>
                <a:cubicBezTo>
                  <a:pt x="107950" y="99414"/>
                  <a:pt x="99414" y="107950"/>
                  <a:pt x="88900" y="107950"/>
                </a:cubicBezTo>
                <a:cubicBezTo>
                  <a:pt x="78386" y="107950"/>
                  <a:pt x="69850" y="99414"/>
                  <a:pt x="69850" y="88900"/>
                </a:cubicBezTo>
                <a:cubicBezTo>
                  <a:pt x="69850" y="78386"/>
                  <a:pt x="78386" y="69850"/>
                  <a:pt x="88900" y="69850"/>
                </a:cubicBezTo>
                <a:close/>
                <a:moveTo>
                  <a:pt x="146050" y="88900"/>
                </a:moveTo>
                <a:cubicBezTo>
                  <a:pt x="146050" y="78386"/>
                  <a:pt x="154586" y="69850"/>
                  <a:pt x="165100" y="69850"/>
                </a:cubicBezTo>
                <a:cubicBezTo>
                  <a:pt x="175614" y="69850"/>
                  <a:pt x="184150" y="78386"/>
                  <a:pt x="184150" y="88900"/>
                </a:cubicBezTo>
                <a:cubicBezTo>
                  <a:pt x="184150" y="99414"/>
                  <a:pt x="175614" y="107950"/>
                  <a:pt x="165100" y="107950"/>
                </a:cubicBezTo>
                <a:cubicBezTo>
                  <a:pt x="154586" y="107950"/>
                  <a:pt x="146050" y="99414"/>
                  <a:pt x="146050" y="88900"/>
                </a:cubicBezTo>
                <a:close/>
                <a:moveTo>
                  <a:pt x="25400" y="88900"/>
                </a:moveTo>
                <a:cubicBezTo>
                  <a:pt x="25400" y="81875"/>
                  <a:pt x="19725" y="76200"/>
                  <a:pt x="12700" y="76200"/>
                </a:cubicBezTo>
                <a:cubicBezTo>
                  <a:pt x="5675" y="76200"/>
                  <a:pt x="0" y="81875"/>
                  <a:pt x="0" y="88900"/>
                </a:cubicBezTo>
                <a:lnTo>
                  <a:pt x="0" y="127000"/>
                </a:lnTo>
                <a:cubicBezTo>
                  <a:pt x="0" y="134025"/>
                  <a:pt x="5675" y="139700"/>
                  <a:pt x="12700" y="139700"/>
                </a:cubicBezTo>
                <a:cubicBezTo>
                  <a:pt x="19725" y="139700"/>
                  <a:pt x="25400" y="134025"/>
                  <a:pt x="25400" y="127000"/>
                </a:cubicBezTo>
                <a:lnTo>
                  <a:pt x="25400" y="88900"/>
                </a:lnTo>
                <a:close/>
                <a:moveTo>
                  <a:pt x="241300" y="76200"/>
                </a:moveTo>
                <a:cubicBezTo>
                  <a:pt x="234275" y="76200"/>
                  <a:pt x="228600" y="81875"/>
                  <a:pt x="228600" y="88900"/>
                </a:cubicBezTo>
                <a:lnTo>
                  <a:pt x="228600" y="127000"/>
                </a:lnTo>
                <a:cubicBezTo>
                  <a:pt x="228600" y="134025"/>
                  <a:pt x="234275" y="139700"/>
                  <a:pt x="241300" y="139700"/>
                </a:cubicBezTo>
                <a:cubicBezTo>
                  <a:pt x="248325" y="139700"/>
                  <a:pt x="254000" y="134025"/>
                  <a:pt x="254000" y="127000"/>
                </a:cubicBezTo>
                <a:lnTo>
                  <a:pt x="254000" y="88900"/>
                </a:lnTo>
                <a:cubicBezTo>
                  <a:pt x="254000" y="81875"/>
                  <a:pt x="248325" y="76200"/>
                  <a:pt x="241300" y="7620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2" name="Text 9"/>
          <p:cNvSpPr/>
          <p:nvPr/>
        </p:nvSpPr>
        <p:spPr>
          <a:xfrm>
            <a:off x="1435100" y="2400300"/>
            <a:ext cx="375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Automatisme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35100" y="2705100"/>
            <a:ext cx="374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industriel, sécurités, système automatisé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4700" y="31115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32639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2987" y="204867"/>
                </a:moveTo>
                <a:cubicBezTo>
                  <a:pt x="75565" y="212288"/>
                  <a:pt x="63500" y="212288"/>
                  <a:pt x="56039" y="204867"/>
                </a:cubicBezTo>
                <a:lnTo>
                  <a:pt x="11152" y="159980"/>
                </a:lnTo>
                <a:cubicBezTo>
                  <a:pt x="3731" y="152559"/>
                  <a:pt x="3731" y="140494"/>
                  <a:pt x="11152" y="133033"/>
                </a:cubicBezTo>
                <a:lnTo>
                  <a:pt x="17899" y="126286"/>
                </a:lnTo>
                <a:lnTo>
                  <a:pt x="47069" y="155456"/>
                </a:lnTo>
                <a:cubicBezTo>
                  <a:pt x="50800" y="159187"/>
                  <a:pt x="56832" y="159187"/>
                  <a:pt x="60523" y="155456"/>
                </a:cubicBezTo>
                <a:cubicBezTo>
                  <a:pt x="64214" y="151725"/>
                  <a:pt x="64254" y="145693"/>
                  <a:pt x="60523" y="142002"/>
                </a:cubicBezTo>
                <a:lnTo>
                  <a:pt x="31353" y="112832"/>
                </a:lnTo>
                <a:lnTo>
                  <a:pt x="44807" y="99378"/>
                </a:lnTo>
                <a:lnTo>
                  <a:pt x="65008" y="119578"/>
                </a:lnTo>
                <a:cubicBezTo>
                  <a:pt x="68739" y="123309"/>
                  <a:pt x="74771" y="123309"/>
                  <a:pt x="78462" y="119578"/>
                </a:cubicBezTo>
                <a:cubicBezTo>
                  <a:pt x="82153" y="115848"/>
                  <a:pt x="82193" y="109815"/>
                  <a:pt x="78462" y="106124"/>
                </a:cubicBezTo>
                <a:lnTo>
                  <a:pt x="58261" y="85923"/>
                </a:lnTo>
                <a:lnTo>
                  <a:pt x="71715" y="72469"/>
                </a:lnTo>
                <a:lnTo>
                  <a:pt x="100886" y="101640"/>
                </a:lnTo>
                <a:cubicBezTo>
                  <a:pt x="104616" y="105370"/>
                  <a:pt x="110649" y="105370"/>
                  <a:pt x="114340" y="101640"/>
                </a:cubicBezTo>
                <a:cubicBezTo>
                  <a:pt x="118031" y="97909"/>
                  <a:pt x="118070" y="91877"/>
                  <a:pt x="114340" y="88186"/>
                </a:cubicBezTo>
                <a:lnTo>
                  <a:pt x="85169" y="59015"/>
                </a:lnTo>
                <a:lnTo>
                  <a:pt x="98623" y="45561"/>
                </a:lnTo>
                <a:lnTo>
                  <a:pt x="118824" y="65762"/>
                </a:lnTo>
                <a:cubicBezTo>
                  <a:pt x="122555" y="69493"/>
                  <a:pt x="128588" y="69493"/>
                  <a:pt x="132278" y="65762"/>
                </a:cubicBezTo>
                <a:cubicBezTo>
                  <a:pt x="135969" y="62032"/>
                  <a:pt x="136009" y="55999"/>
                  <a:pt x="132278" y="52308"/>
                </a:cubicBezTo>
                <a:lnTo>
                  <a:pt x="112078" y="32107"/>
                </a:lnTo>
                <a:lnTo>
                  <a:pt x="125532" y="18653"/>
                </a:lnTo>
                <a:lnTo>
                  <a:pt x="154702" y="47823"/>
                </a:lnTo>
                <a:cubicBezTo>
                  <a:pt x="158433" y="51554"/>
                  <a:pt x="164465" y="51554"/>
                  <a:pt x="168156" y="47823"/>
                </a:cubicBezTo>
                <a:cubicBezTo>
                  <a:pt x="171847" y="44093"/>
                  <a:pt x="171887" y="38060"/>
                  <a:pt x="168156" y="34369"/>
                </a:cubicBezTo>
                <a:lnTo>
                  <a:pt x="138986" y="5199"/>
                </a:lnTo>
                <a:lnTo>
                  <a:pt x="145733" y="-1548"/>
                </a:lnTo>
                <a:cubicBezTo>
                  <a:pt x="153154" y="-8969"/>
                  <a:pt x="165219" y="-8969"/>
                  <a:pt x="172680" y="-1548"/>
                </a:cubicBezTo>
                <a:lnTo>
                  <a:pt x="217686" y="43220"/>
                </a:lnTo>
                <a:cubicBezTo>
                  <a:pt x="225108" y="50641"/>
                  <a:pt x="225108" y="62706"/>
                  <a:pt x="217686" y="70168"/>
                </a:cubicBezTo>
                <a:lnTo>
                  <a:pt x="82987" y="204867"/>
                </a:ln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16" name="Text 13"/>
          <p:cNvSpPr/>
          <p:nvPr/>
        </p:nvSpPr>
        <p:spPr>
          <a:xfrm>
            <a:off x="1435100" y="3111500"/>
            <a:ext cx="332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Métrologie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35100" y="34163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Norme ISO 6789-1:2017, précision couple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4700" y="38227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" y="397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6200" y="25400"/>
                </a:moveTo>
                <a:cubicBezTo>
                  <a:pt x="76200" y="18375"/>
                  <a:pt x="81875" y="12700"/>
                  <a:pt x="88900" y="12700"/>
                </a:cubicBezTo>
                <a:lnTo>
                  <a:pt x="114300" y="12700"/>
                </a:lnTo>
                <a:cubicBezTo>
                  <a:pt x="121325" y="12700"/>
                  <a:pt x="127000" y="18375"/>
                  <a:pt x="127000" y="254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111125" y="63500"/>
                </a:lnTo>
                <a:lnTo>
                  <a:pt x="111125" y="88900"/>
                </a:lnTo>
                <a:lnTo>
                  <a:pt x="158750" y="88900"/>
                </a:lnTo>
                <a:cubicBezTo>
                  <a:pt x="174546" y="88900"/>
                  <a:pt x="187325" y="101679"/>
                  <a:pt x="187325" y="117475"/>
                </a:cubicBezTo>
                <a:lnTo>
                  <a:pt x="187325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65100" y="190500"/>
                </a:lnTo>
                <a:cubicBezTo>
                  <a:pt x="158075" y="190500"/>
                  <a:pt x="152400" y="184825"/>
                  <a:pt x="152400" y="177800"/>
                </a:cubicBezTo>
                <a:lnTo>
                  <a:pt x="152400" y="152400"/>
                </a:lnTo>
                <a:cubicBezTo>
                  <a:pt x="152400" y="145375"/>
                  <a:pt x="158075" y="139700"/>
                  <a:pt x="165100" y="139700"/>
                </a:cubicBezTo>
                <a:lnTo>
                  <a:pt x="168275" y="139700"/>
                </a:lnTo>
                <a:lnTo>
                  <a:pt x="168275" y="117475"/>
                </a:lnTo>
                <a:cubicBezTo>
                  <a:pt x="168275" y="112197"/>
                  <a:pt x="164028" y="107950"/>
                  <a:pt x="158750" y="107950"/>
                </a:cubicBezTo>
                <a:lnTo>
                  <a:pt x="111125" y="107950"/>
                </a:lnTo>
                <a:lnTo>
                  <a:pt x="111125" y="139700"/>
                </a:lnTo>
                <a:lnTo>
                  <a:pt x="114300" y="139700"/>
                </a:lnTo>
                <a:cubicBezTo>
                  <a:pt x="121325" y="139700"/>
                  <a:pt x="127000" y="145375"/>
                  <a:pt x="127000" y="152400"/>
                </a:cubicBezTo>
                <a:lnTo>
                  <a:pt x="127000" y="177800"/>
                </a:lnTo>
                <a:cubicBezTo>
                  <a:pt x="127000" y="184825"/>
                  <a:pt x="121325" y="190500"/>
                  <a:pt x="114300" y="190500"/>
                </a:cubicBezTo>
                <a:lnTo>
                  <a:pt x="88900" y="190500"/>
                </a:lnTo>
                <a:cubicBezTo>
                  <a:pt x="81875" y="190500"/>
                  <a:pt x="76200" y="184825"/>
                  <a:pt x="76200" y="177800"/>
                </a:cubicBezTo>
                <a:lnTo>
                  <a:pt x="76200" y="152400"/>
                </a:lnTo>
                <a:cubicBezTo>
                  <a:pt x="76200" y="145375"/>
                  <a:pt x="81875" y="139700"/>
                  <a:pt x="88900" y="139700"/>
                </a:cubicBezTo>
                <a:lnTo>
                  <a:pt x="92075" y="139700"/>
                </a:lnTo>
                <a:lnTo>
                  <a:pt x="92075" y="107950"/>
                </a:lnTo>
                <a:lnTo>
                  <a:pt x="44450" y="107950"/>
                </a:lnTo>
                <a:cubicBezTo>
                  <a:pt x="39172" y="107950"/>
                  <a:pt x="34925" y="112197"/>
                  <a:pt x="34925" y="117475"/>
                </a:cubicBezTo>
                <a:lnTo>
                  <a:pt x="34925" y="139700"/>
                </a:lnTo>
                <a:lnTo>
                  <a:pt x="38100" y="139700"/>
                </a:lnTo>
                <a:cubicBezTo>
                  <a:pt x="45125" y="139700"/>
                  <a:pt x="50800" y="145375"/>
                  <a:pt x="50800" y="152400"/>
                </a:cubicBezTo>
                <a:lnTo>
                  <a:pt x="50800" y="177800"/>
                </a:lnTo>
                <a:cubicBezTo>
                  <a:pt x="50800" y="184825"/>
                  <a:pt x="45125" y="190500"/>
                  <a:pt x="381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52400"/>
                </a:lnTo>
                <a:cubicBezTo>
                  <a:pt x="0" y="145375"/>
                  <a:pt x="5675" y="139700"/>
                  <a:pt x="12700" y="139700"/>
                </a:cubicBezTo>
                <a:lnTo>
                  <a:pt x="15875" y="139700"/>
                </a:lnTo>
                <a:lnTo>
                  <a:pt x="15875" y="117475"/>
                </a:lnTo>
                <a:cubicBezTo>
                  <a:pt x="15875" y="101679"/>
                  <a:pt x="28654" y="88900"/>
                  <a:pt x="44450" y="88900"/>
                </a:cubicBezTo>
                <a:lnTo>
                  <a:pt x="92075" y="88900"/>
                </a:lnTo>
                <a:lnTo>
                  <a:pt x="92075" y="63500"/>
                </a:lnTo>
                <a:lnTo>
                  <a:pt x="88900" y="63500"/>
                </a:lnTo>
                <a:cubicBezTo>
                  <a:pt x="81875" y="63500"/>
                  <a:pt x="76200" y="57825"/>
                  <a:pt x="76200" y="50800"/>
                </a:cubicBezTo>
                <a:lnTo>
                  <a:pt x="76200" y="25400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0" name="Text 17"/>
          <p:cNvSpPr/>
          <p:nvPr/>
        </p:nvSpPr>
        <p:spPr>
          <a:xfrm>
            <a:off x="1435100" y="3822700"/>
            <a:ext cx="358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Fonctionnelle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35100" y="4127500"/>
            <a:ext cx="356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Structuration besoin → fonctions techniques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4350" y="4857750"/>
            <a:ext cx="7454900" cy="2044700"/>
          </a:xfrm>
          <a:prstGeom prst="roundRect">
            <a:avLst>
              <a:gd name="adj" fmla="val 745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6450" y="5168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1"/>
          <p:cNvSpPr/>
          <p:nvPr/>
        </p:nvSpPr>
        <p:spPr>
          <a:xfrm>
            <a:off x="1168400" y="5118100"/>
            <a:ext cx="665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de l'Étude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2800" y="5727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6" name="Text 23"/>
          <p:cNvSpPr/>
          <p:nvPr/>
        </p:nvSpPr>
        <p:spPr>
          <a:xfrm>
            <a:off x="1066800" y="5676900"/>
            <a:ext cx="245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conception uniquement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2800" y="6083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8" name="Text 25"/>
          <p:cNvSpPr/>
          <p:nvPr/>
        </p:nvSpPr>
        <p:spPr>
          <a:xfrm>
            <a:off x="1066800" y="6032500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Programmation automate à venir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2800" y="64389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0" name="Text 27"/>
          <p:cNvSpPr/>
          <p:nvPr/>
        </p:nvSpPr>
        <p:spPr>
          <a:xfrm>
            <a:off x="1066800" y="63881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industrielle future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86750" y="1581150"/>
            <a:ext cx="7454900" cy="3517900"/>
          </a:xfrm>
          <a:prstGeom prst="roundRect">
            <a:avLst>
              <a:gd name="adj" fmla="val 433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50275" y="1892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33" name="Text 30"/>
          <p:cNvSpPr/>
          <p:nvPr/>
        </p:nvSpPr>
        <p:spPr>
          <a:xfrm>
            <a:off x="8940800" y="1841500"/>
            <a:ext cx="665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Transversales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874250" y="24003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AD46FF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0039350" y="2603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80962" y="76200"/>
                </a:moveTo>
                <a:cubicBezTo>
                  <a:pt x="80962" y="36773"/>
                  <a:pt x="112973" y="4763"/>
                  <a:pt x="152400" y="4763"/>
                </a:cubicBezTo>
                <a:cubicBezTo>
                  <a:pt x="191827" y="4763"/>
                  <a:pt x="223838" y="36773"/>
                  <a:pt x="223838" y="76200"/>
                </a:cubicBezTo>
                <a:cubicBezTo>
                  <a:pt x="223838" y="115627"/>
                  <a:pt x="191827" y="147638"/>
                  <a:pt x="152400" y="147638"/>
                </a:cubicBezTo>
                <a:cubicBezTo>
                  <a:pt x="112973" y="147638"/>
                  <a:pt x="80962" y="115627"/>
                  <a:pt x="80962" y="76200"/>
                </a:cubicBezTo>
                <a:close/>
                <a:moveTo>
                  <a:pt x="28575" y="287119"/>
                </a:moveTo>
                <a:cubicBezTo>
                  <a:pt x="28575" y="228481"/>
                  <a:pt x="76081" y="180975"/>
                  <a:pt x="134719" y="180975"/>
                </a:cubicBezTo>
                <a:lnTo>
                  <a:pt x="170081" y="180975"/>
                </a:lnTo>
                <a:cubicBezTo>
                  <a:pt x="228719" y="180975"/>
                  <a:pt x="276225" y="228481"/>
                  <a:pt x="276225" y="287119"/>
                </a:cubicBezTo>
                <a:cubicBezTo>
                  <a:pt x="276225" y="296882"/>
                  <a:pt x="268307" y="304800"/>
                  <a:pt x="258544" y="304800"/>
                </a:cubicBezTo>
                <a:lnTo>
                  <a:pt x="46256" y="304800"/>
                </a:lnTo>
                <a:cubicBezTo>
                  <a:pt x="36493" y="304800"/>
                  <a:pt x="28575" y="296882"/>
                  <a:pt x="28575" y="287119"/>
                </a:cubicBezTo>
                <a:close/>
                <a:moveTo>
                  <a:pt x="364569" y="78998"/>
                </a:moveTo>
                <a:lnTo>
                  <a:pt x="316944" y="155198"/>
                </a:lnTo>
                <a:cubicBezTo>
                  <a:pt x="314444" y="159187"/>
                  <a:pt x="310158" y="161687"/>
                  <a:pt x="305455" y="161925"/>
                </a:cubicBezTo>
                <a:cubicBezTo>
                  <a:pt x="300752" y="162163"/>
                  <a:pt x="296228" y="160020"/>
                  <a:pt x="293430" y="156210"/>
                </a:cubicBezTo>
                <a:lnTo>
                  <a:pt x="264855" y="118110"/>
                </a:lnTo>
                <a:cubicBezTo>
                  <a:pt x="260092" y="111800"/>
                  <a:pt x="261402" y="102870"/>
                  <a:pt x="267712" y="98108"/>
                </a:cubicBezTo>
                <a:cubicBezTo>
                  <a:pt x="274022" y="93345"/>
                  <a:pt x="282952" y="94655"/>
                  <a:pt x="287715" y="100965"/>
                </a:cubicBezTo>
                <a:lnTo>
                  <a:pt x="303788" y="122396"/>
                </a:lnTo>
                <a:lnTo>
                  <a:pt x="340340" y="63877"/>
                </a:lnTo>
                <a:cubicBezTo>
                  <a:pt x="344507" y="57210"/>
                  <a:pt x="353318" y="55126"/>
                  <a:pt x="360045" y="59353"/>
                </a:cubicBezTo>
                <a:cubicBezTo>
                  <a:pt x="366772" y="63579"/>
                  <a:pt x="368796" y="72330"/>
                  <a:pt x="364569" y="79058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6" name="Text 33"/>
          <p:cNvSpPr/>
          <p:nvPr/>
        </p:nvSpPr>
        <p:spPr>
          <a:xfrm>
            <a:off x="8496300" y="32131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Autonomie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3442950" y="24003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3684250" y="2603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85380" y="19050"/>
                </a:moveTo>
                <a:lnTo>
                  <a:pt x="190500" y="19050"/>
                </a:lnTo>
                <a:cubicBezTo>
                  <a:pt x="211515" y="19050"/>
                  <a:pt x="228600" y="36135"/>
                  <a:pt x="228600" y="571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43220" y="19050"/>
                </a:lnTo>
                <a:cubicBezTo>
                  <a:pt x="49768" y="7680"/>
                  <a:pt x="62091" y="0"/>
                  <a:pt x="76200" y="0"/>
                </a:cubicBezTo>
                <a:lnTo>
                  <a:pt x="152400" y="0"/>
                </a:lnTo>
                <a:cubicBezTo>
                  <a:pt x="166509" y="0"/>
                  <a:pt x="178832" y="7680"/>
                  <a:pt x="185380" y="19050"/>
                </a:cubicBezTo>
                <a:close/>
                <a:moveTo>
                  <a:pt x="147638" y="66675"/>
                </a:moveTo>
                <a:cubicBezTo>
                  <a:pt x="155555" y="66675"/>
                  <a:pt x="161925" y="60305"/>
                  <a:pt x="161925" y="52388"/>
                </a:cubicBezTo>
                <a:cubicBezTo>
                  <a:pt x="161925" y="44470"/>
                  <a:pt x="155555" y="38100"/>
                  <a:pt x="147638" y="38100"/>
                </a:cubicBezTo>
                <a:lnTo>
                  <a:pt x="80962" y="38100"/>
                </a:lnTo>
                <a:cubicBezTo>
                  <a:pt x="73045" y="38100"/>
                  <a:pt x="66675" y="44470"/>
                  <a:pt x="66675" y="52388"/>
                </a:cubicBezTo>
                <a:cubicBezTo>
                  <a:pt x="66675" y="60305"/>
                  <a:pt x="73045" y="66675"/>
                  <a:pt x="80962" y="66675"/>
                </a:cubicBezTo>
                <a:lnTo>
                  <a:pt x="147638" y="66675"/>
                </a:lnTo>
                <a:close/>
                <a:moveTo>
                  <a:pt x="164544" y="155198"/>
                </a:moveTo>
                <a:cubicBezTo>
                  <a:pt x="168712" y="148530"/>
                  <a:pt x="166688" y="139720"/>
                  <a:pt x="160020" y="135493"/>
                </a:cubicBezTo>
                <a:cubicBezTo>
                  <a:pt x="153352" y="131266"/>
                  <a:pt x="144542" y="133350"/>
                  <a:pt x="140315" y="140018"/>
                </a:cubicBezTo>
                <a:lnTo>
                  <a:pt x="103763" y="198537"/>
                </a:lnTo>
                <a:lnTo>
                  <a:pt x="87690" y="177105"/>
                </a:lnTo>
                <a:cubicBezTo>
                  <a:pt x="82927" y="170795"/>
                  <a:pt x="73997" y="169485"/>
                  <a:pt x="67687" y="174248"/>
                </a:cubicBezTo>
                <a:cubicBezTo>
                  <a:pt x="61377" y="179010"/>
                  <a:pt x="60067" y="187940"/>
                  <a:pt x="64830" y="194250"/>
                </a:cubicBezTo>
                <a:lnTo>
                  <a:pt x="93405" y="232350"/>
                </a:lnTo>
                <a:cubicBezTo>
                  <a:pt x="96202" y="236101"/>
                  <a:pt x="100727" y="238244"/>
                  <a:pt x="105430" y="238065"/>
                </a:cubicBezTo>
                <a:cubicBezTo>
                  <a:pt x="110133" y="237887"/>
                  <a:pt x="114419" y="235387"/>
                  <a:pt x="116919" y="231338"/>
                </a:cubicBezTo>
                <a:lnTo>
                  <a:pt x="164544" y="155138"/>
                </a:ln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9" name="Text 36"/>
          <p:cNvSpPr/>
          <p:nvPr/>
        </p:nvSpPr>
        <p:spPr>
          <a:xfrm>
            <a:off x="12065000" y="32131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Rigueur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874250" y="37211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0B8DB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0058400" y="3924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42" name="Text 39"/>
          <p:cNvSpPr/>
          <p:nvPr/>
        </p:nvSpPr>
        <p:spPr>
          <a:xfrm>
            <a:off x="8496300" y="45339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3442950" y="37211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F6339A">
              <a:alpha val="2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3684250" y="39243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B64B6"/>
          </a:solidFill>
          <a:ln/>
        </p:spPr>
      </p:sp>
      <p:sp>
        <p:nvSpPr>
          <p:cNvPr id="45" name="Text 42"/>
          <p:cNvSpPr/>
          <p:nvPr/>
        </p:nvSpPr>
        <p:spPr>
          <a:xfrm>
            <a:off x="12065000" y="45339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Résolution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86750" y="5314950"/>
            <a:ext cx="7454900" cy="3314700"/>
          </a:xfrm>
          <a:prstGeom prst="roundRect">
            <a:avLst>
              <a:gd name="adj" fmla="val 4598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578850" y="5626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8" name="Text 45"/>
          <p:cNvSpPr/>
          <p:nvPr/>
        </p:nvSpPr>
        <p:spPr>
          <a:xfrm>
            <a:off x="8940800" y="5575300"/>
            <a:ext cx="665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566150" y="6184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0" name="Text 47"/>
          <p:cNvSpPr/>
          <p:nvPr/>
        </p:nvSpPr>
        <p:spPr>
          <a:xfrm>
            <a:off x="8839200" y="61341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Développement et programmation automate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566150" y="654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2" name="Text 49"/>
          <p:cNvSpPr/>
          <p:nvPr/>
        </p:nvSpPr>
        <p:spPr>
          <a:xfrm>
            <a:off x="8839200" y="64897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et validation sur banc réel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566150" y="689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4" name="Text 51"/>
          <p:cNvSpPr/>
          <p:nvPr/>
        </p:nvSpPr>
        <p:spPr>
          <a:xfrm>
            <a:off x="8839200" y="6845300"/>
            <a:ext cx="275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Amélioration interface supervision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566150" y="7251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6" name="Text 53"/>
          <p:cNvSpPr/>
          <p:nvPr/>
        </p:nvSpPr>
        <p:spPr>
          <a:xfrm>
            <a:off x="8839200" y="7200900"/>
            <a:ext cx="326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Optimisation précision et temps de cycle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0A0A"/>
              </a:gs>
              <a:gs pos="5000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pic>
        <p:nvPicPr>
          <p:cNvPr id="3" name="Image 0" descr="https://images.unsplash.com/photo-1581091226825-a6a2a5aee158?w=1280&amp;h=720&amp;fit=cro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90000"/>
                </a:srgbClr>
              </a:gs>
              <a:gs pos="50000">
                <a:srgbClr val="000000">
                  <a:alpha val="80000"/>
                </a:srgbClr>
              </a:gs>
              <a:gs pos="100000">
                <a:srgbClr val="7E2A0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926733" y="1473200"/>
            <a:ext cx="4406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02933" y="2286000"/>
            <a:ext cx="4254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 Expérience Enrichissante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94050" y="3086100"/>
            <a:ext cx="98679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 stage a permis de poser les bases solides pour le développement d'un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banc de calibration moderne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fiable et conforme aux normes internationales.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54277" y="4235450"/>
            <a:ext cx="2501900" cy="1536700"/>
          </a:xfrm>
          <a:prstGeom prst="roundRect">
            <a:avLst>
              <a:gd name="adj" fmla="val 9917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18894" y="4470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2875" y="47625"/>
                </a:moveTo>
                <a:cubicBezTo>
                  <a:pt x="142875" y="34454"/>
                  <a:pt x="153516" y="23812"/>
                  <a:pt x="166688" y="23812"/>
                </a:cubicBezTo>
                <a:lnTo>
                  <a:pt x="214313" y="23812"/>
                </a:lnTo>
                <a:cubicBezTo>
                  <a:pt x="227484" y="23812"/>
                  <a:pt x="238125" y="34454"/>
                  <a:pt x="238125" y="47625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208359" y="119063"/>
                </a:lnTo>
                <a:lnTo>
                  <a:pt x="208359" y="166688"/>
                </a:lnTo>
                <a:lnTo>
                  <a:pt x="297656" y="166688"/>
                </a:lnTo>
                <a:cubicBezTo>
                  <a:pt x="327273" y="166688"/>
                  <a:pt x="351234" y="190649"/>
                  <a:pt x="351234" y="220266"/>
                </a:cubicBezTo>
                <a:lnTo>
                  <a:pt x="351234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lnTo>
                  <a:pt x="381000" y="333375"/>
                </a:lnTo>
                <a:cubicBezTo>
                  <a:pt x="381000" y="346546"/>
                  <a:pt x="370359" y="357188"/>
                  <a:pt x="357188" y="357188"/>
                </a:cubicBezTo>
                <a:lnTo>
                  <a:pt x="309563" y="357188"/>
                </a:lnTo>
                <a:cubicBezTo>
                  <a:pt x="296391" y="357188"/>
                  <a:pt x="285750" y="346546"/>
                  <a:pt x="285750" y="333375"/>
                </a:cubicBezTo>
                <a:lnTo>
                  <a:pt x="285750" y="285750"/>
                </a:lnTo>
                <a:cubicBezTo>
                  <a:pt x="285750" y="272579"/>
                  <a:pt x="296391" y="261938"/>
                  <a:pt x="309563" y="261938"/>
                </a:cubicBezTo>
                <a:lnTo>
                  <a:pt x="315516" y="261938"/>
                </a:lnTo>
                <a:lnTo>
                  <a:pt x="315516" y="220266"/>
                </a:lnTo>
                <a:cubicBezTo>
                  <a:pt x="315516" y="210369"/>
                  <a:pt x="307553" y="202406"/>
                  <a:pt x="297656" y="202406"/>
                </a:cubicBezTo>
                <a:lnTo>
                  <a:pt x="208359" y="202406"/>
                </a:lnTo>
                <a:lnTo>
                  <a:pt x="208359" y="261938"/>
                </a:lnTo>
                <a:lnTo>
                  <a:pt x="214313" y="261938"/>
                </a:lnTo>
                <a:cubicBezTo>
                  <a:pt x="227484" y="261938"/>
                  <a:pt x="238125" y="272579"/>
                  <a:pt x="238125" y="285750"/>
                </a:cubicBezTo>
                <a:lnTo>
                  <a:pt x="238125" y="333375"/>
                </a:lnTo>
                <a:cubicBezTo>
                  <a:pt x="238125" y="346546"/>
                  <a:pt x="227484" y="357188"/>
                  <a:pt x="214313" y="357188"/>
                </a:cubicBezTo>
                <a:lnTo>
                  <a:pt x="166688" y="357188"/>
                </a:lnTo>
                <a:cubicBezTo>
                  <a:pt x="153516" y="357188"/>
                  <a:pt x="142875" y="346546"/>
                  <a:pt x="142875" y="333375"/>
                </a:cubicBezTo>
                <a:lnTo>
                  <a:pt x="142875" y="285750"/>
                </a:lnTo>
                <a:cubicBezTo>
                  <a:pt x="142875" y="272579"/>
                  <a:pt x="153516" y="261938"/>
                  <a:pt x="166688" y="261938"/>
                </a:cubicBezTo>
                <a:lnTo>
                  <a:pt x="172641" y="261938"/>
                </a:lnTo>
                <a:lnTo>
                  <a:pt x="172641" y="202406"/>
                </a:lnTo>
                <a:lnTo>
                  <a:pt x="83344" y="202406"/>
                </a:lnTo>
                <a:cubicBezTo>
                  <a:pt x="73447" y="202406"/>
                  <a:pt x="65484" y="210369"/>
                  <a:pt x="65484" y="220266"/>
                </a:cubicBezTo>
                <a:lnTo>
                  <a:pt x="65484" y="261938"/>
                </a:lnTo>
                <a:lnTo>
                  <a:pt x="71438" y="261938"/>
                </a:lnTo>
                <a:cubicBezTo>
                  <a:pt x="84609" y="261938"/>
                  <a:pt x="95250" y="272579"/>
                  <a:pt x="95250" y="285750"/>
                </a:cubicBezTo>
                <a:lnTo>
                  <a:pt x="95250" y="333375"/>
                </a:lnTo>
                <a:cubicBezTo>
                  <a:pt x="95250" y="346546"/>
                  <a:pt x="84609" y="357188"/>
                  <a:pt x="71438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285750"/>
                </a:lnTo>
                <a:cubicBezTo>
                  <a:pt x="0" y="272579"/>
                  <a:pt x="10641" y="261938"/>
                  <a:pt x="23812" y="261938"/>
                </a:cubicBezTo>
                <a:lnTo>
                  <a:pt x="29766" y="261938"/>
                </a:lnTo>
                <a:lnTo>
                  <a:pt x="29766" y="220266"/>
                </a:lnTo>
                <a:cubicBezTo>
                  <a:pt x="29766" y="190649"/>
                  <a:pt x="53727" y="166688"/>
                  <a:pt x="83344" y="166688"/>
                </a:cubicBezTo>
                <a:lnTo>
                  <a:pt x="172641" y="166688"/>
                </a:lnTo>
                <a:lnTo>
                  <a:pt x="172641" y="119063"/>
                </a:lnTo>
                <a:lnTo>
                  <a:pt x="166688" y="119063"/>
                </a:lnTo>
                <a:cubicBezTo>
                  <a:pt x="153516" y="119063"/>
                  <a:pt x="142875" y="108421"/>
                  <a:pt x="142875" y="95250"/>
                </a:cubicBezTo>
                <a:lnTo>
                  <a:pt x="142875" y="4762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213027" y="50038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Fonctionnelle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19377" y="530860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Complète et structurée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75859" y="4235450"/>
            <a:ext cx="2501900" cy="1536700"/>
          </a:xfrm>
          <a:prstGeom prst="roundRect">
            <a:avLst>
              <a:gd name="adj" fmla="val 9917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40477" y="4470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1"/>
          <p:cNvSpPr/>
          <p:nvPr/>
        </p:nvSpPr>
        <p:spPr>
          <a:xfrm>
            <a:off x="7034609" y="50038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 Intégrées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40959" y="530860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Multi-niveaux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97442" y="4235450"/>
            <a:ext cx="2501900" cy="1536700"/>
          </a:xfrm>
          <a:prstGeom prst="roundRect">
            <a:avLst>
              <a:gd name="adj" fmla="val 9917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62059" y="4470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8" name="Text 15"/>
          <p:cNvSpPr/>
          <p:nvPr/>
        </p:nvSpPr>
        <p:spPr>
          <a:xfrm>
            <a:off x="9856192" y="50038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Automatique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862542" y="530860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étapes définies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75398" y="6184900"/>
            <a:ext cx="670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 expérience qui a renforcé mon projet professionnel dans l'automatisme industriel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547048" y="6648450"/>
            <a:ext cx="3162300" cy="12700"/>
          </a:xfrm>
          <a:prstGeom prst="roundRect">
            <a:avLst>
              <a:gd name="adj" fmla="val 0"/>
            </a:avLst>
          </a:prstGeom>
          <a:solidFill>
            <a:srgbClr val="364153"/>
          </a:solidFill>
          <a:ln/>
        </p:spPr>
      </p:sp>
      <p:sp>
        <p:nvSpPr>
          <p:cNvPr id="22" name="Text 19"/>
          <p:cNvSpPr/>
          <p:nvPr/>
        </p:nvSpPr>
        <p:spPr>
          <a:xfrm>
            <a:off x="6483548" y="6959600"/>
            <a:ext cx="328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 pour votre attention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02598" y="74168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Hamza Moussa | Stage ONE-TOO |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Stage - Banc de Calibration Automatisé</dc:title>
  <dc:subject>Soutenance Stage - Banc de Calibration Automatisé</dc:subject>
  <dc:creator>Kimi</dc:creator>
  <cp:lastModifiedBy>Kimi</cp:lastModifiedBy>
  <cp:revision>1</cp:revision>
  <dcterms:created xsi:type="dcterms:W3CDTF">2026-04-24T06:43:16Z</dcterms:created>
  <dcterms:modified xsi:type="dcterms:W3CDTF">2026-04-24T06:43:16Z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{"Label":"Soutenance Stage - Banc de Calibration Automatisé","ContentProducer":"001191110108MACG2KBH8F10000","ProduceID":"","ReservedCode1":"","ContentPropagator":"001191110108MACG2KBH8F20000","PropagateID":"","ReservedCode2":""}</vt:lpwstr>
  </property>
</Properties>
</file>